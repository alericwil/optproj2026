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6"/>
  </p:notesMasterIdLst>
  <p:handoutMasterIdLst>
    <p:handoutMasterId r:id="rId17"/>
  </p:handoutMasterIdLst>
  <p:sldIdLst>
    <p:sldId id="1519" r:id="rId5"/>
    <p:sldId id="1499" r:id="rId6"/>
    <p:sldId id="1524" r:id="rId7"/>
    <p:sldId id="1525" r:id="rId8"/>
    <p:sldId id="1502" r:id="rId9"/>
    <p:sldId id="1526" r:id="rId10"/>
    <p:sldId id="1527" r:id="rId11"/>
    <p:sldId id="1530" r:id="rId12"/>
    <p:sldId id="1528" r:id="rId13"/>
    <p:sldId id="1529" r:id="rId14"/>
    <p:sldId id="151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3" autoAdjust="0"/>
    <p:restoredTop sz="94618"/>
  </p:normalViewPr>
  <p:slideViewPr>
    <p:cSldViewPr snapToGrid="0">
      <p:cViewPr varScale="1">
        <p:scale>
          <a:sx n="79" d="100"/>
          <a:sy n="79" d="100"/>
        </p:scale>
        <p:origin x="108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918509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205182" TargetMode="External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Presented by Rene Magi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COMPREHENDING MARKET TRENDS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5B29-4E45-6F70-804F-B315516D2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EDC57-B250-944C-B430-81AE4BA0428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5FEA3993-756B-6815-1CC8-868E11F7DF8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7669" b="766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8A6B-2B66-0072-E325-FD283A9BA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2CF1E-A3EE-6307-6C97-4717DFAD5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6D9D88-020D-4086-1313-8B818BA7D7D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0253E1B-5D1F-2AF8-2605-0DD952F3076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2372" b="1237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6625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WHERE DO WE GO FROM HERE?</a:t>
            </a: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FB6C-9A50-EF92-8D6B-198D76EF0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31BCD-47E3-265B-5A88-244626B7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C0537-BBC3-7FD9-8EA2-EC654A7FC88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24DBD5-3EDD-5484-BFDF-F3CD1F1D5D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1560678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6F3B-EA1F-9BE7-7351-58CA3356E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CF1F2-53E3-94DA-DCDC-3B916B30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6DC51-CF6A-566D-B308-528CE1B7B7F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32ED73B-6908-4BD7-C9A2-711CFC4C5D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2006285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3C18F-B831-418B-6747-E664BA5C5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85FDB-5130-87AD-59F9-3F75A86260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WHERE DO WE GO FROM HERE?</a:t>
            </a:r>
          </a:p>
        </p:txBody>
      </p:sp>
    </p:spTree>
    <p:extLst>
      <p:ext uri="{BB962C8B-B14F-4D97-AF65-F5344CB8AC3E}">
        <p14:creationId xmlns:p14="http://schemas.microsoft.com/office/powerpoint/2010/main" val="1586133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33524-954F-2669-B624-0F60F77A6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09B9F-E6F6-48F2-762B-44DD54F66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F1CFC-C402-E3D1-14DE-9D041932097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0FF5622-45A9-38AC-B3EB-980430E39BA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3563305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B1F6-8F2A-1FA3-A7F2-7F74B4E78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DCC9-1404-3521-A68B-5FCC532A8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91DC-799B-B464-FA52-DBBE76AD757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6FEA8A-2A8F-AF24-A9FB-B23CB247A1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2331577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/>
          <a:lstStyle/>
          <a:p>
            <a:r>
              <a:rPr lang="en-US" dirty="0"/>
              <a:t>EMBRACE CHANGE. LEAD THE FUTURE.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E18F-CF72-C06C-3020-B9FA4DEAB7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/>
          <a:lstStyle/>
          <a:p>
            <a:r>
              <a:rPr lang="en-US" dirty="0"/>
              <a:t>The world is shifting and those who adapt and innovate will be the ones to lead the way. </a:t>
            </a:r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{5C8755BD-4454-4F75-AAAC-CC572AEBC74B}e68b7f07-47f1-4c94-a1ca-e7d736a42cf8-TF86f18fb6-1448-4a46-9973-da86b5b4a1df94418399_win32</Template>
  <TotalTime>3</TotalTime>
  <Words>461</Words>
  <Application>Microsoft Office PowerPoint</Application>
  <PresentationFormat>Widescreen</PresentationFormat>
  <Paragraphs>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Light</vt:lpstr>
      <vt:lpstr>Arial</vt:lpstr>
      <vt:lpstr>Segoe UI</vt:lpstr>
      <vt:lpstr>BoldUnderlinesKeynote</vt:lpstr>
      <vt:lpstr>SHAPING THE FUTURE OF OUR INDUSTRY</vt:lpstr>
      <vt:lpstr>COMPREHENDING MARKET TRENDS</vt:lpstr>
      <vt:lpstr>THRIVING IN UNCERTAINTY</vt:lpstr>
      <vt:lpstr>THRIVING IN UNCERTAINTY</vt:lpstr>
      <vt:lpstr>WHERE DO WE GO FROM HERE?</vt:lpstr>
      <vt:lpstr>THRIVING IN UNCERTAINTY</vt:lpstr>
      <vt:lpstr>THRIVING IN UNCERTAINTY</vt:lpstr>
      <vt:lpstr>WHERE DO WE GO FROM HERE?</vt:lpstr>
      <vt:lpstr>THRIVING IN UNCERTAINTY</vt:lpstr>
      <vt:lpstr>THRIVING IN UNCERTAINTY</vt:lpstr>
      <vt:lpstr>EMBRACE CHANGE. LEAD THE FUTURE.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Davis Wing</dc:creator>
  <cp:lastModifiedBy>Davis Wing</cp:lastModifiedBy>
  <cp:revision>1</cp:revision>
  <dcterms:created xsi:type="dcterms:W3CDTF">2026-04-13T15:41:25Z</dcterms:created>
  <dcterms:modified xsi:type="dcterms:W3CDTF">2026-04-13T15:45:14Z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