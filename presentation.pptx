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3" r:id="rId4"/>
  </p:sldMasterIdLst>
  <p:notesMasterIdLst>
    <p:notesMasterId r:id="rId16"/>
  </p:notesMasterIdLst>
  <p:handoutMasterIdLst>
    <p:handoutMasterId r:id="rId17"/>
  </p:handoutMasterIdLst>
  <p:sldIdLst>
    <p:sldId id="1519" r:id="rId5"/>
    <p:sldId id="1499" r:id="rId6"/>
    <p:sldId id="1524" r:id="rId7"/>
    <p:sldId id="1525" r:id="rId8"/>
    <p:sldId id="1502" r:id="rId9"/>
    <p:sldId id="1526" r:id="rId10"/>
    <p:sldId id="1527" r:id="rId11"/>
    <p:sldId id="1530" r:id="rId12"/>
    <p:sldId id="1528" r:id="rId13"/>
    <p:sldId id="1529" r:id="rId14"/>
    <p:sldId id="151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3" autoAdjust="0"/>
    <p:restoredTop sz="94618"/>
  </p:normalViewPr>
  <p:slideViewPr>
    <p:cSldViewPr snapToGrid="0">
      <p:cViewPr varScale="1">
        <p:scale>
          <a:sx n="150" d="100"/>
          <a:sy n="150" d="100"/>
        </p:scale>
        <p:origin x="318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972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4/13/2026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5109526"/>
            <a:ext cx="10923936" cy="641279"/>
          </a:xfrm>
        </p:spPr>
        <p:txBody>
          <a:bodyPr anchor="b">
            <a:noAutofit/>
          </a:bodyPr>
          <a:lstStyle>
            <a:lvl1pPr algn="l">
              <a:defRPr sz="5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7" name="Subtitle 2">
            <a:extLst>
              <a:ext uri="{FF2B5EF4-FFF2-40B4-BE49-F238E27FC236}">
                <a16:creationId xmlns:a16="http://schemas.microsoft.com/office/drawing/2014/main" id="{CDE85611-F29A-5B31-8523-08B6A1185C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5811724"/>
            <a:ext cx="10923936" cy="40929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 t="-40" b="-40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700589" y="6212217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C7524BB-F0A6-4140-A8AB-1C8A7E34AB0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009325" y="6221013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67802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/>
          <a:p>
            <a:fld id="{7E574385-C0BA-734A-92FC-17834D8EB701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24096" y="1016954"/>
            <a:ext cx="4306487" cy="3345811"/>
          </a:xfrm>
        </p:spPr>
        <p:txBody>
          <a:bodyPr anchor="b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4095" y="4743765"/>
            <a:ext cx="4333869" cy="1479235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 l="-32" r="-32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24097" y="0"/>
            <a:ext cx="244791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5846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6C3E8657-ED4F-2349-80D5-3F128788860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8253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30" y="1001715"/>
            <a:ext cx="4714880" cy="3360095"/>
          </a:xfrm>
        </p:spPr>
        <p:txBody>
          <a:bodyPr anchor="t">
            <a:noAutofit/>
          </a:bodyPr>
          <a:lstStyle>
            <a:lvl1pPr algn="l">
              <a:defRPr sz="6000" u="sng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30" y="4728526"/>
            <a:ext cx="4714880" cy="14944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34030" y="3586"/>
            <a:ext cx="315476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845379" y="3586"/>
            <a:ext cx="89831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DAA7185-3F7E-9249-BB9E-706C38E229B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00270" y="3586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576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011936"/>
            <a:ext cx="7538425" cy="3172503"/>
          </a:xfrm>
        </p:spPr>
        <p:txBody>
          <a:bodyPr anchor="t">
            <a:normAutofit/>
          </a:bodyPr>
          <a:lstStyle>
            <a:lvl1pPr algn="l">
              <a:lnSpc>
                <a:spcPct val="90000"/>
              </a:lnSpc>
              <a:defRPr sz="6000" u="sng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7" y="4728525"/>
            <a:ext cx="7538425" cy="1494475"/>
          </a:xfrm>
        </p:spPr>
        <p:txBody>
          <a:bodyPr anchor="b">
            <a:normAutofit/>
          </a:bodyPr>
          <a:lstStyle>
            <a:lvl1pPr marL="0" indent="0" algn="l">
              <a:lnSpc>
                <a:spcPct val="75000"/>
              </a:lnSpc>
              <a:spcBef>
                <a:spcPts val="0"/>
              </a:spcBef>
              <a:spcAft>
                <a:spcPts val="600"/>
              </a:spcAft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99A48728-1D9C-2F4B-9F0A-BC2AEDF455B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lnSpc>
                <a:spcPct val="90000"/>
              </a:lnSpc>
              <a:defRPr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0794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1011936"/>
            <a:ext cx="8095016" cy="3335590"/>
          </a:xfrm>
        </p:spPr>
        <p:txBody>
          <a:bodyPr anchor="b">
            <a:normAutofit/>
          </a:bodyPr>
          <a:lstStyle>
            <a:lvl1pPr algn="l">
              <a:defRPr sz="6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4728526"/>
            <a:ext cx="8095015" cy="1117538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5FDA9-B56F-3D40-BA5C-830FD973E5D1}" type="datetime1">
              <a:rPr lang="en-US" smtClean="0"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958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33602" y="1011936"/>
            <a:ext cx="7924802" cy="3350830"/>
          </a:xfrm>
        </p:spPr>
        <p:txBody>
          <a:bodyPr anchor="b">
            <a:normAutofit/>
          </a:bodyPr>
          <a:lstStyle>
            <a:lvl1pPr algn="ctr">
              <a:defRPr sz="60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3602" y="4728526"/>
            <a:ext cx="7924801" cy="1117538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B04B425-AD26-2748-9379-4D52F1178C8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856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502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2AC2E79-609C-0D1A-9B21-608288E7C6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 anchor="b">
            <a:normAutofit/>
          </a:bodyPr>
          <a:lstStyle>
            <a:lvl1pPr algn="l">
              <a:defRPr sz="75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03C4BE1-6BC7-07DF-D465-C3B7FD2F99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677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5051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 anchor="b">
            <a:normAutofit/>
          </a:bodyPr>
          <a:lstStyle>
            <a:lvl1pPr algn="l"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27587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lcom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5652464" cy="2613336"/>
          </a:xfrm>
        </p:spPr>
        <p:txBody>
          <a:bodyPr anchor="b"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F2758A-C3D6-E84B-B3E9-757EFEF52D5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3996050"/>
            <a:ext cx="5652464" cy="222695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DEE8CE2C-7AFC-E265-19EB-F76884D599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43095" y="630936"/>
            <a:ext cx="4714870" cy="5592064"/>
          </a:xfrm>
          <a:blipFill dpi="0" rotWithShape="1">
            <a:blip r:embed="rId2">
              <a:alphaModFix amt="60000"/>
            </a:blip>
            <a:srcRect/>
            <a:stretch>
              <a:fillRect l="-40" r="-40"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7910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001715"/>
            <a:ext cx="4663440" cy="2241233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7112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EEECD8D-53A7-3A4F-8909-5ECB0FEF37F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3623950"/>
            <a:ext cx="4663440" cy="253910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72438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2129475"/>
            <a:ext cx="4719430" cy="2599051"/>
          </a:xfrm>
        </p:spPr>
        <p:txBody>
          <a:bodyPr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07E3B5C-D099-9543-A57D-129299D311F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43095" y="2129475"/>
            <a:ext cx="4158283" cy="2599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93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748474"/>
            <a:ext cx="4328498" cy="3726812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DB5BF-28B0-5C4D-A64A-E611B8C7720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748473"/>
            <a:ext cx="6209053" cy="37268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1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81759"/>
            <a:ext cx="4347849" cy="4841241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482B860-5E2A-1340-A6D3-E276E55F222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381759"/>
            <a:ext cx="6209054" cy="484124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2883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001715"/>
            <a:ext cx="4347850" cy="4855526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8676C7A-4B29-7743-AB3A-5EEF28262A7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8911" y="1001715"/>
            <a:ext cx="6209053" cy="485552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5749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2" y="1001715"/>
            <a:ext cx="3385529" cy="5221285"/>
          </a:xfrm>
        </p:spPr>
        <p:txBody>
          <a:bodyPr>
            <a:norm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826AE1-158D-A74A-A5C8-25E57C484C69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5935" y="1001715"/>
            <a:ext cx="7152029" cy="522128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61736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127760"/>
          </a:xfrm>
        </p:spPr>
        <p:txBody>
          <a:bodyPr>
            <a:noAutofit/>
          </a:bodyPr>
          <a:lstStyle>
            <a:lvl1pPr>
              <a:defRPr sz="6000" u="sng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432849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72014" y="0"/>
            <a:ext cx="9429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A1EC562-4E50-D34B-8F39-5DD0D018EB66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3" y="0"/>
            <a:ext cx="556592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4029" y="2495234"/>
            <a:ext cx="10923935" cy="37277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3785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8481400" cy="1484254"/>
          </a:xfrm>
        </p:spPr>
        <p:txBody>
          <a:bodyPr anchor="t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EDD5DD5-92AA-6440-87DE-277C532BE8A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9" y="2877190"/>
            <a:ext cx="8481400" cy="334581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>
                <a:solidFill>
                  <a:schemeClr val="tx1"/>
                </a:solidFill>
              </a:defRPr>
            </a:lvl1pPr>
            <a:lvl2pPr marL="685800" indent="-457200">
              <a:buFont typeface="+mj-lt"/>
              <a:buAutoNum type="arabicPeriod"/>
              <a:defRPr sz="20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4pPr>
            <a:lvl5pPr marL="12573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8270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8911" y="1001714"/>
            <a:ext cx="6209053" cy="1122374"/>
          </a:xfrm>
        </p:spPr>
        <p:txBody>
          <a:bodyPr anchor="t"/>
          <a:lstStyle>
            <a:lvl1pPr>
              <a:defRPr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6" y="0"/>
            <a:ext cx="2828918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3C78A78-9BD4-2540-9BAB-27AD9352B45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90490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8911" y="2496189"/>
            <a:ext cx="6209053" cy="372681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53857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209066" cy="11214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8134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59766" y="0"/>
            <a:ext cx="896113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5BCBD1-B884-5B4C-ACE8-81AA2A39E888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209066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62823" y="0"/>
            <a:ext cx="492917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77176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5936" y="1001714"/>
            <a:ext cx="7152028" cy="1122374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1954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71664" y="0"/>
            <a:ext cx="280034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700589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61CBF7-6530-194B-9FC2-12E7E7738880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2496189"/>
            <a:ext cx="7152028" cy="37268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263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4"/>
            <a:ext cx="6587506" cy="1112519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8" y="2495234"/>
            <a:ext cx="6595451" cy="372776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34028" y="0"/>
            <a:ext cx="3177059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FA5E271-D672-F147-B371-ABF5E56F00E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4800269" y="0"/>
            <a:ext cx="548641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172454" y="0"/>
            <a:ext cx="401954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57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9803"/>
            <a:ext cx="4714869" cy="1109672"/>
          </a:xfrm>
        </p:spPr>
        <p:txBody>
          <a:bodyPr anchor="t"/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843095" y="0"/>
            <a:ext cx="2828918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0581" y="0"/>
            <a:ext cx="914407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79DE5A-E0D1-2647-9D82-FBDAE5DFB807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514279"/>
            <a:ext cx="4714869" cy="37087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3004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4714881" cy="1108746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515204"/>
            <a:ext cx="4714881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30190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E69D102-A2FD-8743-85DB-14F8D0C32AC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70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3333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3095" y="1011935"/>
            <a:ext cx="4714869" cy="1112153"/>
          </a:xfrm>
        </p:spPr>
        <p:txBody>
          <a:bodyPr anchor="b"/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3237" y="0"/>
            <a:ext cx="283687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87910" y="0"/>
            <a:ext cx="92708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A9F1854-4AF0-ED49-AE83-182A816927B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630936"/>
            <a:ext cx="5652469" cy="559206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61021" y="2496190"/>
            <a:ext cx="4696943" cy="37268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390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0" y="1001714"/>
            <a:ext cx="4714880" cy="1121417"/>
          </a:xfrm>
        </p:spPr>
        <p:txBody>
          <a:bodyPr anchor="t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80540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48478" y="0"/>
            <a:ext cx="91440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E8F57D1-DD5E-4E44-98C5-7D5639D55A57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0269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495233"/>
            <a:ext cx="4736136" cy="372776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5502" y="0"/>
            <a:ext cx="628649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8564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2921"/>
            <a:ext cx="3385510" cy="1117539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8172454" y="0"/>
            <a:ext cx="173584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911643" y="0"/>
            <a:ext cx="700007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B83C81-A524-F840-ABC9-B6BB50E4A13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3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2515204"/>
            <a:ext cx="3385510" cy="370779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6502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01715"/>
            <a:ext cx="3380187" cy="1108746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8" y="0"/>
            <a:ext cx="2083775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723140" y="0"/>
            <a:ext cx="716293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8DA53-5E6D-4942-B673-3E50E3C9DB9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465575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2491461"/>
            <a:ext cx="3380313" cy="373153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99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2454" y="994222"/>
            <a:ext cx="3385510" cy="1882967"/>
          </a:xfrm>
        </p:spPr>
        <p:txBody>
          <a:bodyPr anchor="b"/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72455" y="0"/>
            <a:ext cx="1735844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16244" y="0"/>
            <a:ext cx="695406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BA35C60-A52E-0F44-95C1-79561B62B39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34" name="Slide Number Placeholder 9">
            <a:extLst>
              <a:ext uri="{FF2B5EF4-FFF2-40B4-BE49-F238E27FC236}">
                <a16:creationId xmlns:a16="http://schemas.microsoft.com/office/drawing/2014/main" id="{64F22B5B-7B07-4638-1ED2-E13EDE05C19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2454" y="3251766"/>
            <a:ext cx="3385510" cy="2971234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200">
                <a:solidFill>
                  <a:schemeClr val="tx1"/>
                </a:solidFill>
              </a:defRPr>
            </a:lvl3pPr>
            <a:lvl4pPr marL="685800" indent="0">
              <a:buNone/>
              <a:defRPr sz="1100">
                <a:solidFill>
                  <a:schemeClr val="tx1"/>
                </a:solidFill>
              </a:defRPr>
            </a:lvl4pPr>
            <a:lvl5pPr marL="914400" indent="0">
              <a:buNone/>
              <a:defRPr sz="105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6740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5100628"/>
            <a:ext cx="4328498" cy="1122373"/>
          </a:xfrm>
        </p:spPr>
        <p:txBody>
          <a:bodyPr anchor="t">
            <a:no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72852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100627"/>
            <a:ext cx="6208724" cy="1122373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228600" indent="0"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Font typeface="Arial" panose="020B0604020202020204" pitchFamily="34" charset="0"/>
              <a:buNone/>
              <a:defRPr sz="1200">
                <a:solidFill>
                  <a:schemeClr val="bg1"/>
                </a:solidFill>
              </a:defRPr>
            </a:lvl3pPr>
            <a:lvl4pPr marL="685800" indent="0">
              <a:buFont typeface="Arial" panose="020B0604020202020204" pitchFamily="34" charset="0"/>
              <a:buNone/>
              <a:defRPr sz="1100">
                <a:solidFill>
                  <a:schemeClr val="bg1"/>
                </a:solidFill>
              </a:defRPr>
            </a:lvl4pPr>
            <a:lvl5pPr marL="914400" indent="0">
              <a:buFont typeface="Arial" panose="020B0604020202020204" pitchFamily="34" charset="0"/>
              <a:buNone/>
              <a:defRPr sz="105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5E8027-836D-F64B-BBF7-A246E67FE0A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49818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4353866"/>
            <a:ext cx="2828932" cy="1869134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4353866"/>
            <a:ext cx="7538412" cy="1869134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6211605"/>
            <a:ext cx="36576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6211605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D38C6B-BFF0-FA48-8F70-77BDD72A014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6211605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072022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627443"/>
            <a:ext cx="2828926" cy="1826790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19552" y="634999"/>
            <a:ext cx="7538412" cy="1861191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1pPr>
            <a:lvl2pPr marL="514350" indent="-28575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2pPr>
            <a:lvl3pPr marL="7429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3pPr>
            <a:lvl4pPr marL="85725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1085850" indent="-171450">
              <a:buFont typeface="Arial" panose="020B0604020202020204" pitchFamily="34" charset="0"/>
              <a:buChar char="•"/>
              <a:defRPr sz="11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34029" y="0"/>
            <a:ext cx="2805405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08540" y="0"/>
            <a:ext cx="91440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0AF01B-D893-9C4D-8AB8-7E6079CED5E9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9324" y="0"/>
            <a:ext cx="548640" cy="63093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8258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011936"/>
            <a:ext cx="10945318" cy="745437"/>
          </a:xfrm>
        </p:spPr>
        <p:txBody>
          <a:bodyPr anchor="t"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74623E1-10D5-C048-8991-E2228A964ED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645" y="2129474"/>
            <a:ext cx="6230450" cy="40935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4097" y="2129474"/>
            <a:ext cx="4333867" cy="41281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90392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5"/>
            <a:ext cx="4714881" cy="1121418"/>
          </a:xfrm>
        </p:spPr>
        <p:txBody>
          <a:bodyPr>
            <a:normAutofit/>
          </a:bodyPr>
          <a:lstStyle>
            <a:lvl1pPr>
              <a:defRPr sz="36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5DB6E09-373C-2841-960E-B24A18A7C55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8" y="2495234"/>
            <a:ext cx="4706938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86499" y="1001715"/>
            <a:ext cx="5292853" cy="522128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1538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96695"/>
            <a:ext cx="3771907" cy="1126438"/>
          </a:xfrm>
        </p:spPr>
        <p:txBody>
          <a:bodyPr anchor="t">
            <a:normAutofit/>
          </a:bodyPr>
          <a:lstStyle>
            <a:lvl1pPr>
              <a:defRPr sz="32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CB72DF-080D-4042-863C-D2B08AB5E1E8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9" y="2495234"/>
            <a:ext cx="3717934" cy="372776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2" y="1005779"/>
            <a:ext cx="6615116" cy="53029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6185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6" y="4531056"/>
            <a:ext cx="6209067" cy="1691943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C5D9B6A-47DB-D845-97C7-9775E46E650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4027" y="630937"/>
            <a:ext cx="6209067" cy="350433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29479" y="630937"/>
            <a:ext cx="4328485" cy="5592064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1pPr>
            <a:lvl2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2pPr>
            <a:lvl3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20000"/>
              </a:lnSpc>
              <a:spcAft>
                <a:spcPts val="0"/>
              </a:spcAft>
              <a:defRPr sz="1600"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0821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15" y="5109526"/>
            <a:ext cx="6209079" cy="1113474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8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2" y="1011935"/>
            <a:ext cx="10923942" cy="3716591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28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5678024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11347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5"/>
            <a:ext cx="10923935" cy="3716591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3748766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3" y="5109526"/>
            <a:ext cx="7916856" cy="124555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10923935" cy="3665730"/>
          </a:xfrm>
        </p:spPr>
        <p:txBody>
          <a:bodyPr anchor="t">
            <a:noAutofit/>
          </a:bodyPr>
          <a:lstStyle>
            <a:lvl1pPr marL="0" indent="0" algn="ctr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35409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1478165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4508" y="1001715"/>
            <a:ext cx="3393455" cy="5221285"/>
          </a:xfrm>
        </p:spPr>
        <p:txBody>
          <a:bodyPr anchor="b">
            <a:normAutofit/>
          </a:bodyPr>
          <a:lstStyle>
            <a:lvl1pPr algn="l">
              <a:lnSpc>
                <a:spcPct val="110000"/>
              </a:lnSpc>
              <a:defRPr sz="2000" b="1" i="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40964"/>
            <a:ext cx="7144095" cy="5846064"/>
          </a:xfrm>
        </p:spPr>
        <p:txBody>
          <a:bodyPr anchor="b">
            <a:noAutofit/>
          </a:bodyPr>
          <a:lstStyle>
            <a:lvl1pPr marL="0" indent="0" algn="l">
              <a:lnSpc>
                <a:spcPct val="90000"/>
              </a:lnSpc>
              <a:buNone/>
              <a:defRPr sz="28000" b="0" i="0" u="sng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6726619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95663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A2AD571-8A42-FC4D-8DD1-0DD76ABF057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7" y="1001715"/>
            <a:ext cx="8502777" cy="5221286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 u="sng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800" b="1" u="sng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400" b="1" u="sng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4000" b="1" u="sng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600" b="1" u="sng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9875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7007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3F588B4-CB59-614E-93AB-9F331D0D8D8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764792"/>
            <a:ext cx="8481400" cy="44582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95408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A8851A9-1959-C54C-A050-24BB5C598FE4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1011936"/>
            <a:ext cx="8481400" cy="521106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>
                <a:solidFill>
                  <a:schemeClr val="bg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1">
                <a:solidFill>
                  <a:schemeClr val="bg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1">
                <a:solidFill>
                  <a:schemeClr val="bg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1">
                <a:solidFill>
                  <a:schemeClr val="bg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2685041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4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891284"/>
            <a:ext cx="11579352" cy="1133856"/>
          </a:xfrm>
        </p:spPr>
        <p:txBody>
          <a:bodyPr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432BBD40-9FB7-E148-AC1B-3919D230BEB1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74511" cy="5211064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6000" b="1" i="0" u="sng">
                <a:solidFill>
                  <a:schemeClr val="accent1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0430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77005" y="5475284"/>
            <a:ext cx="9037984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B7B831F-0525-DF47-A6D2-509FE238C6D0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77004" y="1005779"/>
            <a:ext cx="9037985" cy="4103745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06903786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69066" y="5475285"/>
            <a:ext cx="9045923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3EBDBC-CFAC-9946-A2F3-D6402690E4D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9066" y="1001715"/>
            <a:ext cx="9053874" cy="4107810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6334030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28" y="5475285"/>
            <a:ext cx="9074512" cy="747715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542C378-8FD2-C449-B7AA-6F7022066293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8" y="1011936"/>
            <a:ext cx="9037985" cy="371659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81588254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640203"/>
            <a:ext cx="10923934" cy="1099006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4760621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4030" y="1001715"/>
            <a:ext cx="10923934" cy="747715"/>
          </a:xfrm>
        </p:spPr>
        <p:txBody>
          <a:bodyPr anchor="t">
            <a:normAutofit/>
          </a:bodyPr>
          <a:lstStyle>
            <a:lvl1pPr>
              <a:lnSpc>
                <a:spcPct val="120000"/>
              </a:lnSpc>
              <a:defRPr sz="2000" u="none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55AA9746-49E3-1D49-A044-597FC2272B5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34029" y="2120209"/>
            <a:ext cx="10923935" cy="4102791"/>
          </a:xfrm>
        </p:spPr>
        <p:txBody>
          <a:bodyPr anchor="b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60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872294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774" y="1010613"/>
            <a:ext cx="10945189" cy="746759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7BE2A0-CBC1-A842-B334-0B3B571BCC28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129474"/>
            <a:ext cx="5271473" cy="40935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3941" y="2129475"/>
            <a:ext cx="5274021" cy="409352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74277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1010614"/>
            <a:ext cx="10923934" cy="746760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4D687F-3261-A345-B9E7-76DD0579BB9D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8" y="2120575"/>
            <a:ext cx="5271474" cy="375613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3940" y="2120575"/>
            <a:ext cx="5274023" cy="37561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4028" y="2877190"/>
            <a:ext cx="5266092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86500" y="2877190"/>
            <a:ext cx="5271464" cy="334581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446233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11936"/>
            <a:ext cx="10923935" cy="1865254"/>
          </a:xfrm>
        </p:spPr>
        <p:txBody>
          <a:bodyPr/>
          <a:lstStyle>
            <a:lvl1pPr>
              <a:defRPr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5C9DF99-DDC2-894B-B2EC-BE93B405C6C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58173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E1AAE6-D11F-2F46-A437-EC693200CDD7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33077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996695"/>
            <a:ext cx="3763961" cy="1314426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95903C-EDC1-ED4F-958F-69690339160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8" y="2495234"/>
            <a:ext cx="3763961" cy="3727766"/>
          </a:xfrm>
        </p:spPr>
        <p:txBody>
          <a:bodyPr anchor="t">
            <a:norm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0474" y="1005779"/>
            <a:ext cx="6604492" cy="5217221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850554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30936"/>
            <a:ext cx="3793283" cy="2246253"/>
          </a:xfrm>
        </p:spPr>
        <p:txBody>
          <a:bodyPr anchor="t">
            <a:normAutofit/>
          </a:bodyPr>
          <a:lstStyle>
            <a:lvl1pPr>
              <a:defRPr sz="2800" cap="all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0DC713B-25C9-B74A-9BBC-A695A5E98312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4021" y="3242949"/>
            <a:ext cx="3763969" cy="3017826"/>
          </a:xfrm>
        </p:spPr>
        <p:txBody>
          <a:bodyPr anchor="b"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2523" y="630937"/>
            <a:ext cx="6616830" cy="5592064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49805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8" y="982085"/>
            <a:ext cx="7538425" cy="1895105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91D5279E-0E3B-B54D-9B59-E121D9B3AFDB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4028" y="3242949"/>
            <a:ext cx="10923935" cy="2980051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23946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8481400" cy="1852292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C9E747C-1B1C-1345-96BA-B9E64C23A7BC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3614097"/>
            <a:ext cx="8481400" cy="1861187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228600" indent="0"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buNone/>
              <a:defRPr sz="1800">
                <a:solidFill>
                  <a:schemeClr val="tx1"/>
                </a:solidFill>
              </a:defRPr>
            </a:lvl3pPr>
            <a:lvl4pPr marL="685800" indent="0">
              <a:buNone/>
              <a:defRPr sz="16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228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 anchor="b">
            <a:noAutofit/>
          </a:bodyPr>
          <a:lstStyle>
            <a:lvl1pPr>
              <a:defRPr sz="60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09DA23C4-A9FB-DB4A-B7DD-A0A5161EF3E0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1pPr>
            <a:lvl2pPr marL="2286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2pPr>
            <a:lvl3pPr marL="4572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3pPr>
            <a:lvl4pPr marL="6858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4pPr>
            <a:lvl5pPr marL="914400" indent="0">
              <a:buNone/>
              <a:defRPr sz="2000" b="1" i="0">
                <a:solidFill>
                  <a:schemeClr val="accent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60278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001714"/>
            <a:ext cx="10923935" cy="14944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08540" y="0"/>
            <a:ext cx="9144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fld id="{D90E5A07-4FDA-D34C-BE60-17876FEEBAA5}" type="datetime1">
              <a:rPr lang="en-US" smtClean="0"/>
              <a:pPr/>
              <a:t>4/13/2026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4029" y="0"/>
            <a:ext cx="365760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9324" y="0"/>
            <a:ext cx="548640" cy="6309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bg1"/>
                </a:solidFill>
                <a:latin typeface="+mj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029" y="2877190"/>
            <a:ext cx="10923935" cy="3345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9973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9" r:id="rId5"/>
    <p:sldLayoutId id="2147483780" r:id="rId6"/>
    <p:sldLayoutId id="2147483781" r:id="rId7"/>
    <p:sldLayoutId id="2147483782" r:id="rId8"/>
    <p:sldLayoutId id="2147483832" r:id="rId9"/>
    <p:sldLayoutId id="2147483783" r:id="rId10"/>
    <p:sldLayoutId id="2147483833" r:id="rId11"/>
    <p:sldLayoutId id="2147483784" r:id="rId12"/>
    <p:sldLayoutId id="2147483785" r:id="rId13"/>
    <p:sldLayoutId id="2147483786" r:id="rId14"/>
    <p:sldLayoutId id="2147483787" r:id="rId15"/>
    <p:sldLayoutId id="2147483788" r:id="rId16"/>
    <p:sldLayoutId id="2147483789" r:id="rId17"/>
    <p:sldLayoutId id="2147483790" r:id="rId18"/>
    <p:sldLayoutId id="2147483791" r:id="rId19"/>
    <p:sldLayoutId id="2147483792" r:id="rId20"/>
    <p:sldLayoutId id="2147483793" r:id="rId21"/>
    <p:sldLayoutId id="2147483794" r:id="rId22"/>
    <p:sldLayoutId id="2147483795" r:id="rId23"/>
    <p:sldLayoutId id="2147483796" r:id="rId24"/>
    <p:sldLayoutId id="2147483797" r:id="rId25"/>
    <p:sldLayoutId id="2147483798" r:id="rId26"/>
    <p:sldLayoutId id="2147483799" r:id="rId27"/>
    <p:sldLayoutId id="2147483800" r:id="rId28"/>
    <p:sldLayoutId id="2147483801" r:id="rId29"/>
    <p:sldLayoutId id="2147483802" r:id="rId30"/>
    <p:sldLayoutId id="2147483803" r:id="rId31"/>
    <p:sldLayoutId id="2147483804" r:id="rId32"/>
    <p:sldLayoutId id="2147483805" r:id="rId33"/>
    <p:sldLayoutId id="2147483806" r:id="rId34"/>
    <p:sldLayoutId id="2147483807" r:id="rId35"/>
    <p:sldLayoutId id="2147483808" r:id="rId36"/>
    <p:sldLayoutId id="2147483809" r:id="rId37"/>
    <p:sldLayoutId id="2147483810" r:id="rId38"/>
    <p:sldLayoutId id="2147483811" r:id="rId39"/>
    <p:sldLayoutId id="2147483812" r:id="rId40"/>
    <p:sldLayoutId id="2147483813" r:id="rId41"/>
    <p:sldLayoutId id="2147483814" r:id="rId42"/>
    <p:sldLayoutId id="2147483834" r:id="rId43"/>
    <p:sldLayoutId id="2147483815" r:id="rId44"/>
    <p:sldLayoutId id="2147483816" r:id="rId45"/>
    <p:sldLayoutId id="2147483817" r:id="rId46"/>
    <p:sldLayoutId id="2147483818" r:id="rId47"/>
    <p:sldLayoutId id="2147483819" r:id="rId48"/>
    <p:sldLayoutId id="2147483820" r:id="rId49"/>
    <p:sldLayoutId id="2147483821" r:id="rId50"/>
    <p:sldLayoutId id="2147483822" r:id="rId51"/>
    <p:sldLayoutId id="2147483835" r:id="rId52"/>
    <p:sldLayoutId id="2147483823" r:id="rId53"/>
    <p:sldLayoutId id="2147483824" r:id="rId54"/>
    <p:sldLayoutId id="2147483825" r:id="rId55"/>
    <p:sldLayoutId id="2147483826" r:id="rId56"/>
    <p:sldLayoutId id="2147483827" r:id="rId57"/>
    <p:sldLayoutId id="2147483828" r:id="rId58"/>
    <p:sldLayoutId id="2147483829" r:id="rId59"/>
    <p:sldLayoutId id="2147483830" r:id="rId60"/>
    <p:sldLayoutId id="2147483831" r:id="rId6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b="1" u="sng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0" i="0" kern="1200">
          <a:solidFill>
            <a:schemeClr val="bg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bg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bg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bg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i="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2608C23-AAC7-24F5-F2C0-159F3F981C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9" y="634999"/>
            <a:ext cx="7152035" cy="5588001"/>
          </a:xfrm>
        </p:spPr>
        <p:txBody>
          <a:bodyPr/>
          <a:lstStyle/>
          <a:p>
            <a:r>
              <a:rPr lang="en-US" dirty="0"/>
              <a:t>Campus</a:t>
            </a:r>
            <a:br>
              <a:rPr lang="en-US" dirty="0"/>
            </a:br>
            <a:r>
              <a:rPr lang="en-US" dirty="0"/>
              <a:t>Sidewalk</a:t>
            </a:r>
            <a:br>
              <a:rPr lang="en-US" dirty="0"/>
            </a:br>
            <a:r>
              <a:rPr lang="en-US" dirty="0"/>
              <a:t>Optimization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BDE37C8C-B9EB-77D8-9402-9E66A29BE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72448" y="634999"/>
            <a:ext cx="3385516" cy="1494477"/>
          </a:xfrm>
        </p:spPr>
        <p:txBody>
          <a:bodyPr/>
          <a:lstStyle/>
          <a:p>
            <a:r>
              <a:rPr lang="en-US" dirty="0"/>
              <a:t>Presented by Davis Wing</a:t>
            </a:r>
          </a:p>
          <a:p>
            <a:r>
              <a:rPr lang="en-US" dirty="0"/>
              <a:t>and Alex Williams</a:t>
            </a:r>
          </a:p>
        </p:txBody>
      </p:sp>
    </p:spTree>
    <p:extLst>
      <p:ext uri="{BB962C8B-B14F-4D97-AF65-F5344CB8AC3E}">
        <p14:creationId xmlns:p14="http://schemas.microsoft.com/office/powerpoint/2010/main" val="396911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The Problem</a:t>
            </a:r>
          </a:p>
        </p:txBody>
      </p:sp>
      <p:pic>
        <p:nvPicPr>
          <p:cNvPr id="4" name="Picture 3" descr="President Reese releases updates on new BYU medical school - BYU Daily Universe">
            <a:extLst>
              <a:ext uri="{FF2B5EF4-FFF2-40B4-BE49-F238E27FC236}">
                <a16:creationId xmlns:a16="http://schemas.microsoft.com/office/drawing/2014/main" id="{B905CD4C-6218-80C9-ACA2-7E1E7EE34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5374" y="796925"/>
            <a:ext cx="6264275" cy="4149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15B29-4E45-6F70-804F-B315516D2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Southern Campus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6EDC57-B250-944C-B430-81AE4BA0428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dirty="0"/>
              <a:t>Southern Campus Sidewalks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D4C89281-5382-C6D5-5FAE-05F2A3EABE9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359" b="7100"/>
          <a:stretch>
            <a:fillRect/>
          </a:stretch>
        </p:blipFill>
        <p:spPr>
          <a:xfrm>
            <a:off x="634027" y="630937"/>
            <a:ext cx="6209067" cy="3504335"/>
          </a:xfrm>
          <a:prstGeom prst="rect">
            <a:avLst/>
          </a:prstGeom>
          <a:blipFill dpi="0" rotWithShape="1">
            <a:blip r:embed="rId3">
              <a:alphaModFix amt="6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1910891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68A6B-2B66-0072-E325-FD283A9BA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2CF1E-A3EE-6307-6C97-4717DFAD5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Modeling and Definitions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6D9D88-020D-4086-1313-8B818BA7D7D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91D78052-F321-FD0B-6235-D9F5427635A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78" b="13724"/>
          <a:stretch>
            <a:fillRect/>
          </a:stretch>
        </p:blipFill>
        <p:spPr>
          <a:xfrm>
            <a:off x="634027" y="630937"/>
            <a:ext cx="6209067" cy="3504335"/>
          </a:xfrm>
          <a:prstGeom prst="rect">
            <a:avLst/>
          </a:prstGeom>
          <a:blipFill dpi="0" rotWithShape="1">
            <a:blip r:embed="rId3">
              <a:alphaModFix amt="6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386625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360D7-F74C-CD9E-C576-1CB8FFE877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WHERE DO WE GO FROM HERE?</a:t>
            </a:r>
          </a:p>
        </p:txBody>
      </p:sp>
    </p:spTree>
    <p:extLst>
      <p:ext uri="{BB962C8B-B14F-4D97-AF65-F5344CB8AC3E}">
        <p14:creationId xmlns:p14="http://schemas.microsoft.com/office/powerpoint/2010/main" val="1858387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AFB6C-9A50-EF92-8D6B-198D76EF0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31BCD-47E3-265B-5A88-244626B7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FC0537-BBC3-7FD9-8EA2-EC654A7FC88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24DBD5-3EDD-5484-BFDF-F3CD1F1D5D3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1560678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6F3B-EA1F-9BE7-7351-58CA3356E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CF1F2-53E3-94DA-DCDC-3B916B300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96DC51-CF6A-566D-B308-528CE1B7B7F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32ED73B-6908-4BD7-C9A2-711CFC4C5DC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2006285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106"/>
    </mc:Choice>
    <mc:Fallback>
      <p:transition spd="slow" advTm="3106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3C18F-B831-418B-6747-E664BA5C5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85FDB-5130-87AD-59F9-3F75A86260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4028" y="1748474"/>
            <a:ext cx="7538425" cy="4474526"/>
          </a:xfrm>
        </p:spPr>
        <p:txBody>
          <a:bodyPr/>
          <a:lstStyle/>
          <a:p>
            <a:r>
              <a:rPr lang="en-US" dirty="0"/>
              <a:t>WHERE DO WE GO FROM HERE?</a:t>
            </a:r>
          </a:p>
        </p:txBody>
      </p:sp>
    </p:spTree>
    <p:extLst>
      <p:ext uri="{BB962C8B-B14F-4D97-AF65-F5344CB8AC3E}">
        <p14:creationId xmlns:p14="http://schemas.microsoft.com/office/powerpoint/2010/main" val="15861335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11"/>
    </mc:Choice>
    <mc:Fallback>
      <p:transition spd="slow" advTm="81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33524-954F-2669-B624-0F60F77A6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09B9F-E6F6-48F2-762B-44DD54F66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F1CFC-C402-E3D1-14DE-9D041932097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0FF5622-45A9-38AC-B3EB-980430E39BA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356330572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261"/>
    </mc:Choice>
    <mc:Fallback>
      <p:transition spd="slow" advTm="226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7B1F6-8F2A-1FA3-A7F2-7F74B4E78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EDCC9-1404-3521-A68B-5FCC532A8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THRIVING IN UNCERTAINTY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691DC-799B-B464-FA52-DBBE76AD757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Adapting to change</a:t>
            </a:r>
            <a:br>
              <a:rPr lang="en-US" dirty="0"/>
            </a:br>
            <a:r>
              <a:rPr lang="en-US" dirty="0"/>
              <a:t>Businesses that embrace agility respond more quickly and effectively to market shifts, customer demands, and unforeseen challenges.  </a:t>
            </a:r>
          </a:p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dirty="0">
                <a:latin typeface="+mj-lt"/>
              </a:rPr>
              <a:t>Real-world impact</a:t>
            </a:r>
            <a:br>
              <a:rPr lang="en-US" dirty="0"/>
            </a:br>
            <a:r>
              <a:rPr lang="en-US" dirty="0"/>
              <a:t>Industry leaders who stay ahead of disruption are those who proactively embrace change and continuously innovate.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latin typeface="+mj-lt"/>
              </a:rPr>
              <a:t>Cross-collaboration</a:t>
            </a:r>
            <a:br>
              <a:rPr lang="en-US" dirty="0">
                <a:solidFill>
                  <a:srgbClr val="FFFFFF"/>
                </a:solidFill>
                <a:cs typeface="Segoe UI"/>
              </a:rPr>
            </a:br>
            <a:r>
              <a:rPr lang="en-US" dirty="0"/>
              <a:t>Cross-departmental collaboration's significance must be stressed in order to address market shifts and customer demands effectively.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76FEA8A-2A8F-AF24-A9FB-B23CB247A1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23315772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495"/>
    </mc:Choice>
    <mc:Fallback>
      <p:transition spd="slow" advTm="3495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76E2C-040E-4D92-F9F7-F61C47F4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29" y="1381760"/>
            <a:ext cx="7731038" cy="3346766"/>
          </a:xfrm>
        </p:spPr>
        <p:txBody>
          <a:bodyPr/>
          <a:lstStyle/>
          <a:p>
            <a:r>
              <a:rPr lang="en-US" dirty="0"/>
              <a:t>EMBRACE CHANGE. LEAD THE FUTURE.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E18F-CF72-C06C-3020-B9FA4DEAB72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4029" y="5109526"/>
            <a:ext cx="6595450" cy="1113474"/>
          </a:xfrm>
        </p:spPr>
        <p:txBody>
          <a:bodyPr/>
          <a:lstStyle/>
          <a:p>
            <a:r>
              <a:rPr lang="en-US" dirty="0"/>
              <a:t>The world is shifting and those who adapt and innovate will be the ones to lead the way. </a:t>
            </a:r>
          </a:p>
        </p:txBody>
      </p:sp>
    </p:spTree>
    <p:extLst>
      <p:ext uri="{BB962C8B-B14F-4D97-AF65-F5344CB8AC3E}">
        <p14:creationId xmlns:p14="http://schemas.microsoft.com/office/powerpoint/2010/main" val="2236553916"/>
      </p:ext>
    </p:extLst>
  </p:cSld>
  <p:clrMapOvr>
    <a:masterClrMapping/>
  </p:clrMapOvr>
</p:sld>
</file>

<file path=ppt/theme/theme1.xml><?xml version="1.0" encoding="utf-8"?>
<a:theme xmlns:a="http://schemas.openxmlformats.org/drawingml/2006/main" name="BoldUnderlinesKeynote">
  <a:themeElements>
    <a:clrScheme name="NB - Keynote">
      <a:dk1>
        <a:srgbClr val="000000"/>
      </a:dk1>
      <a:lt1>
        <a:srgbClr val="FFFFFF"/>
      </a:lt1>
      <a:dk2>
        <a:srgbClr val="2C3932"/>
      </a:dk2>
      <a:lt2>
        <a:srgbClr val="FDF6EA"/>
      </a:lt2>
      <a:accent1>
        <a:srgbClr val="003A41"/>
      </a:accent1>
      <a:accent2>
        <a:srgbClr val="ECEBE3"/>
      </a:accent2>
      <a:accent3>
        <a:srgbClr val="400023"/>
      </a:accent3>
      <a:accent4>
        <a:srgbClr val="68989E"/>
      </a:accent4>
      <a:accent5>
        <a:srgbClr val="BFB360"/>
      </a:accent5>
      <a:accent6>
        <a:srgbClr val="BF6093"/>
      </a:accent6>
      <a:hlink>
        <a:srgbClr val="169C9A"/>
      </a:hlink>
      <a:folHlink>
        <a:srgbClr val="E15C3D"/>
      </a:folHlink>
    </a:clrScheme>
    <a:fontScheme name="Custom 9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old underlines keynote presentation _win32_DN_v2" id="{E18D5B16-117C-46FD-8B97-39D77F728B32}" vid="{93298573-99F9-4CB3-90C8-DB41313B57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{5C8755BD-4454-4F75-AAAC-CC572AEBC74B}e68b7f07-47f1-4c94-a1ca-e7d736a42cf8-TF86f18fb6-1448-4a46-9973-da86b5b4a1df94418399_win32</Template>
  <TotalTime>371</TotalTime>
  <Words>399</Words>
  <Application>Microsoft Office PowerPoint</Application>
  <PresentationFormat>Widescreen</PresentationFormat>
  <Paragraphs>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Light</vt:lpstr>
      <vt:lpstr>Arial</vt:lpstr>
      <vt:lpstr>Segoe UI</vt:lpstr>
      <vt:lpstr>BoldUnderlinesKeynote</vt:lpstr>
      <vt:lpstr>Campus Sidewalk Optimization</vt:lpstr>
      <vt:lpstr>The Problem</vt:lpstr>
      <vt:lpstr>Southern Campus</vt:lpstr>
      <vt:lpstr>Modeling and Definitions</vt:lpstr>
      <vt:lpstr>WHERE DO WE GO FROM HERE?</vt:lpstr>
      <vt:lpstr>THRIVING IN UNCERTAINTY</vt:lpstr>
      <vt:lpstr>THRIVING IN UNCERTAINTY</vt:lpstr>
      <vt:lpstr>WHERE DO WE GO FROM HERE?</vt:lpstr>
      <vt:lpstr>THRIVING IN UNCERTAINTY</vt:lpstr>
      <vt:lpstr>THRIVING IN UNCERTAINTY</vt:lpstr>
      <vt:lpstr>EMBRACE CHANGE. LEAD THE FUTURE.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Davis Wing</dc:creator>
  <cp:lastModifiedBy>Davis Wing</cp:lastModifiedBy>
  <cp:revision>2</cp:revision>
  <dcterms:created xsi:type="dcterms:W3CDTF">2026-04-13T15:41:25Z</dcterms:created>
  <dcterms:modified xsi:type="dcterms:W3CDTF">2026-04-13T21:52:58Z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