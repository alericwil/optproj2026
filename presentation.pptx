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4"/>
  </p:sldMasterIdLst>
  <p:notesMasterIdLst>
    <p:notesMasterId r:id="rId16"/>
  </p:notesMasterIdLst>
  <p:handoutMasterIdLst>
    <p:handoutMasterId r:id="rId17"/>
  </p:handoutMasterIdLst>
  <p:sldIdLst>
    <p:sldId id="1519" r:id="rId5"/>
    <p:sldId id="1499" r:id="rId6"/>
    <p:sldId id="1524" r:id="rId7"/>
    <p:sldId id="1525" r:id="rId8"/>
    <p:sldId id="1532" r:id="rId9"/>
    <p:sldId id="1531" r:id="rId10"/>
    <p:sldId id="1526" r:id="rId11"/>
    <p:sldId id="1527" r:id="rId12"/>
    <p:sldId id="1530" r:id="rId13"/>
    <p:sldId id="1528" r:id="rId14"/>
    <p:sldId id="152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23" autoAdjust="0"/>
    <p:restoredTop sz="94618"/>
  </p:normalViewPr>
  <p:slideViewPr>
    <p:cSldViewPr snapToGrid="0">
      <p:cViewPr varScale="1">
        <p:scale>
          <a:sx n="100" d="100"/>
          <a:sy n="100" d="100"/>
        </p:scale>
        <p:origin x="51" y="48"/>
      </p:cViewPr>
      <p:guideLst/>
    </p:cSldViewPr>
  </p:slideViewPr>
  <p:notesTextViewPr>
    <p:cViewPr>
      <p:scale>
        <a:sx n="1" d="1"/>
        <a:sy n="1" d="1"/>
      </p:scale>
      <p:origin x="0" y="0"/>
    </p:cViewPr>
  </p:notesTextViewPr>
  <p:sorterViewPr>
    <p:cViewPr>
      <p:scale>
        <a:sx n="100" d="100"/>
        <a:sy n="100" d="100"/>
      </p:scale>
      <p:origin x="0" y="-1972"/>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4/13/2026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4/13/2026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9" y="5109526"/>
            <a:ext cx="10923936" cy="641279"/>
          </a:xfrm>
        </p:spPr>
        <p:txBody>
          <a:bodyPr anchor="b">
            <a:noAutofit/>
          </a:bodyPr>
          <a:lstStyle>
            <a:lvl1pPr algn="l">
              <a:defRPr sz="5000" u="sng" cap="all" baseline="0">
                <a:solidFill>
                  <a:schemeClr val="bg1"/>
                </a:solidFill>
              </a:defRPr>
            </a:lvl1pPr>
          </a:lstStyle>
          <a:p>
            <a:r>
              <a:rPr lang="en-US"/>
              <a:t>Click to edit Master title style</a:t>
            </a:r>
            <a:endParaRPr lang="en-US" dirty="0"/>
          </a:p>
        </p:txBody>
      </p:sp>
      <p:sp>
        <p:nvSpPr>
          <p:cNvPr id="57" name="Subtitle 2">
            <a:extLst>
              <a:ext uri="{FF2B5EF4-FFF2-40B4-BE49-F238E27FC236}">
                <a16:creationId xmlns:a16="http://schemas.microsoft.com/office/drawing/2014/main" id="{CDE85611-F29A-5B31-8523-08B6A1185CA9}"/>
              </a:ext>
            </a:extLst>
          </p:cNvPr>
          <p:cNvSpPr>
            <a:spLocks noGrp="1"/>
          </p:cNvSpPr>
          <p:nvPr>
            <p:ph type="subTitle" idx="1"/>
          </p:nvPr>
        </p:nvSpPr>
        <p:spPr>
          <a:xfrm>
            <a:off x="634029" y="5811724"/>
            <a:ext cx="10923936" cy="409290"/>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60000"/>
            </a:blip>
            <a:srcRect/>
            <a:stretch>
              <a:fillRect t="-40" b="-40"/>
            </a:stretch>
          </a:blipFill>
        </p:spPr>
        <p:txBody>
          <a:bodyPr/>
          <a:lstStyle/>
          <a:p>
            <a:r>
              <a:rPr lang="en-US"/>
              <a:t>Click icon to add picture</a:t>
            </a:r>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634029" y="6211605"/>
            <a:ext cx="3657600" cy="630936"/>
          </a:xfrm>
        </p:spPr>
        <p:txBody>
          <a:bodyPr/>
          <a:lstStyle>
            <a:lvl1pPr>
              <a:defRPr>
                <a:solidFill>
                  <a:schemeClr val="bg1"/>
                </a:solidFill>
              </a:defRPr>
            </a:lvl1pPr>
          </a:lstStyle>
          <a:p>
            <a:r>
              <a:rPr lang="en-US" dirty="0"/>
              <a:t>SHAPING THE FUTURE OF OUR INDUSTRY</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9700589" y="6212217"/>
            <a:ext cx="914400" cy="630936"/>
          </a:xfrm>
        </p:spPr>
        <p:txBody>
          <a:bodyPr/>
          <a:lstStyle>
            <a:lvl1pPr>
              <a:defRPr>
                <a:solidFill>
                  <a:schemeClr val="bg1"/>
                </a:solidFill>
              </a:defRPr>
            </a:lvl1pPr>
          </a:lstStyle>
          <a:p>
            <a:fld id="{4C7524BB-F0A6-4140-A8AB-1C8A7E34AB03}" type="datetime1">
              <a:rPr lang="en-US" smtClean="0"/>
              <a:pPr/>
              <a:t>4/13/2026</a:t>
            </a:fld>
            <a:endParaRPr lang="en-US" dirty="0"/>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1009325" y="6221013"/>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967802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oAutofit/>
          </a:bodyPr>
          <a:lstStyle>
            <a:lvl1pPr>
              <a:defRPr sz="6000" u="sng" cap="all" baseline="0">
                <a:solidFill>
                  <a:schemeClr val="bg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634029" y="0"/>
            <a:ext cx="4328498" cy="630936"/>
          </a:xfrm>
        </p:spPr>
        <p:txBody>
          <a:body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672014" y="0"/>
            <a:ext cx="942975" cy="630936"/>
          </a:xfrm>
        </p:spPr>
        <p:txBody>
          <a:bodyPr/>
          <a:lstStyle/>
          <a:p>
            <a:fld id="{7E574385-C0BA-734A-92FC-17834D8EB701}" type="datetime1">
              <a:rPr lang="en-US" smtClean="0"/>
              <a:t>4/13/2026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3" y="0"/>
            <a:ext cx="556592" cy="630936"/>
          </a:xfrm>
        </p:spPr>
        <p:txBody>
          <a:bodyPr/>
          <a:lstStyle/>
          <a:p>
            <a:fld id="{CC057153-B650-4DEB-B370-79DDCFDCE934}" type="slidenum">
              <a:rPr lang="en-US" smtClean="0"/>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7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24096" y="1016954"/>
            <a:ext cx="4306487" cy="3345811"/>
          </a:xfrm>
        </p:spPr>
        <p:txBody>
          <a:bodyPr anchor="b">
            <a:noAutofit/>
          </a:bodyPr>
          <a:lstStyle>
            <a:lvl1pPr algn="l">
              <a:defRPr sz="6000" u="sng" cap="all" baseline="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24095" y="4743765"/>
            <a:ext cx="4333869" cy="1479235"/>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a:alphaModFix amt="60000"/>
            </a:blip>
            <a:srcRect/>
            <a:stretch>
              <a:fillRect l="-32" r="-32"/>
            </a:stretch>
          </a:blipFill>
        </p:spPr>
        <p:txBody>
          <a:bodyPr/>
          <a:lstStyle/>
          <a:p>
            <a:r>
              <a:rPr lang="en-US"/>
              <a:t>Click icon to add picture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224097" y="0"/>
            <a:ext cx="2447917" cy="630936"/>
          </a:xfrm>
        </p:spPr>
        <p:txBody>
          <a:bodyPr/>
          <a:lstStyle>
            <a:lvl1pPr>
              <a:defRPr>
                <a:solidFill>
                  <a:schemeClr val="bg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72014" y="0"/>
            <a:ext cx="958467" cy="630936"/>
          </a:xfrm>
        </p:spPr>
        <p:txBody>
          <a:bodyPr/>
          <a:lstStyle>
            <a:lvl1pPr>
              <a:defRPr>
                <a:solidFill>
                  <a:schemeClr val="bg1"/>
                </a:solidFill>
                <a:effectLst/>
              </a:defRPr>
            </a:lvl1pPr>
          </a:lstStyle>
          <a:p>
            <a:fld id="{6C3E8657-ED4F-2349-80D5-3F1287888601}" type="datetime1">
              <a:rPr lang="en-US" smtClean="0"/>
              <a:pPr/>
              <a:t>4/13/2026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3" y="0"/>
            <a:ext cx="556592" cy="630936"/>
          </a:xfr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1782538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30" y="1001715"/>
            <a:ext cx="4714880" cy="3360095"/>
          </a:xfrm>
        </p:spPr>
        <p:txBody>
          <a:bodyPr anchor="t">
            <a:noAutofit/>
          </a:bodyPr>
          <a:lstStyle>
            <a:lvl1pPr algn="l">
              <a:defRPr sz="6000" u="sng" cap="all" baseline="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30" y="4728526"/>
            <a:ext cx="4714880" cy="1494474"/>
          </a:xfrm>
        </p:spPr>
        <p:txBody>
          <a:bodyPr anchor="b">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34030" y="3586"/>
            <a:ext cx="3154768" cy="630936"/>
          </a:xfrm>
        </p:spPr>
        <p:txBody>
          <a:bodyPr/>
          <a:lstStyle>
            <a:lvl1pPr>
              <a:defRPr>
                <a:solidFill>
                  <a:schemeClr val="bg1"/>
                </a:solidFill>
              </a:defRPr>
            </a:lvl1pPr>
          </a:lstStyle>
          <a:p>
            <a:r>
              <a:rPr lang="en-US" dirty="0"/>
              <a:t>SHAPING THE FUTURE OF OUR INDUSTRY</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3845379" y="3586"/>
            <a:ext cx="898310" cy="630936"/>
          </a:xfrm>
        </p:spPr>
        <p:txBody>
          <a:bodyPr/>
          <a:lstStyle>
            <a:lvl1pPr>
              <a:defRPr>
                <a:solidFill>
                  <a:schemeClr val="bg1"/>
                </a:solidFill>
              </a:defRPr>
            </a:lvl1pPr>
          </a:lstStyle>
          <a:p>
            <a:fld id="{CDAA7185-3F7E-9249-BB9E-706C38E229BC}" type="datetime1">
              <a:rPr lang="en-US" smtClean="0"/>
              <a:pPr/>
              <a:t>4/13/2026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00270" y="3586"/>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905502" y="0"/>
            <a:ext cx="6286498" cy="6858000"/>
          </a:xfrm>
          <a:blipFill dpi="0" rotWithShape="1">
            <a:blip r:embed="rId2">
              <a:alphaModFix amt="60000"/>
            </a:blip>
            <a:srcRect/>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128457695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8" y="1011936"/>
            <a:ext cx="7538425" cy="3172503"/>
          </a:xfrm>
        </p:spPr>
        <p:txBody>
          <a:bodyPr anchor="t">
            <a:normAutofit/>
          </a:bodyPr>
          <a:lstStyle>
            <a:lvl1pPr algn="l">
              <a:lnSpc>
                <a:spcPct val="90000"/>
              </a:lnSpc>
              <a:defRPr sz="6000" u="sng" cap="all" baseline="0">
                <a:latin typeface="+mj-lt"/>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27" y="4728525"/>
            <a:ext cx="7538425" cy="1494475"/>
          </a:xfrm>
        </p:spPr>
        <p:txBody>
          <a:bodyPr anchor="b">
            <a:normAutofit/>
          </a:bodyPr>
          <a:lstStyle>
            <a:lvl1pPr marL="0" indent="0" algn="l">
              <a:lnSpc>
                <a:spcPct val="75000"/>
              </a:lnSpc>
              <a:spcBef>
                <a:spcPts val="0"/>
              </a:spcBef>
              <a:spcAft>
                <a:spcPts val="600"/>
              </a:spcAft>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lnSpc>
                <a:spcPct val="90000"/>
              </a:lnSpc>
              <a:defRPr>
                <a:latin typeface="+mj-lt"/>
              </a:defRPr>
            </a:lvl1pPr>
          </a:lstStyle>
          <a:p>
            <a:r>
              <a:rPr lang="en-US" dirty="0"/>
              <a:t>SHAPING THE FUTURE OF OUR INDUSTRY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lnSpc>
                <a:spcPct val="90000"/>
              </a:lnSpc>
              <a:defRPr>
                <a:latin typeface="+mj-lt"/>
              </a:defRPr>
            </a:lvl1pPr>
          </a:lstStyle>
          <a:p>
            <a:fld id="{99A48728-1D9C-2F4B-9F0A-BC2AEDF455B4}" type="datetime1">
              <a:rPr lang="en-US" smtClean="0"/>
              <a:pPr/>
              <a:t>4/13/2026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lnSpc>
                <a:spcPct val="90000"/>
              </a:lnSpc>
              <a:defRPr>
                <a:latin typeface="+mj-l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380794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9" y="1011936"/>
            <a:ext cx="8095016" cy="3335590"/>
          </a:xfrm>
        </p:spPr>
        <p:txBody>
          <a:bodyPr anchor="b">
            <a:normAutofit/>
          </a:bodyPr>
          <a:lstStyle>
            <a:lvl1pPr algn="l">
              <a:defRPr sz="6000" cap="all"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29" y="4728526"/>
            <a:ext cx="8095015" cy="1117538"/>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SHAPING THE FUTURE OF OUR INDUSTRY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07A5FDA9-B56F-3D40-BA5C-830FD973E5D1}" type="datetime1">
              <a:rPr lang="en-US" smtClean="0"/>
              <a:t>4/13/2026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789585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133602" y="1011936"/>
            <a:ext cx="7924802" cy="3350830"/>
          </a:xfrm>
        </p:spPr>
        <p:txBody>
          <a:bodyPr anchor="b">
            <a:normAutofit/>
          </a:bodyPr>
          <a:lstStyle>
            <a:lvl1pPr algn="ctr">
              <a:defRPr sz="6000" cap="all" baseline="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33602" y="4728526"/>
            <a:ext cx="7924801" cy="1117538"/>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5B04B425-AD26-2748-9379-4D52F1178C82}" type="datetime1">
              <a:rPr lang="en-US" smtClean="0"/>
              <a:pPr/>
              <a:t>4/13/2026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9085628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4">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2AC2E79-609C-0D1A-9B21-608288E7C67D}"/>
              </a:ext>
            </a:extLst>
          </p:cNvPr>
          <p:cNvSpPr>
            <a:spLocks noGrp="1"/>
          </p:cNvSpPr>
          <p:nvPr>
            <p:ph type="ctrTitle"/>
          </p:nvPr>
        </p:nvSpPr>
        <p:spPr>
          <a:xfrm>
            <a:off x="634029" y="634999"/>
            <a:ext cx="7152035" cy="5588001"/>
          </a:xfrm>
        </p:spPr>
        <p:txBody>
          <a:bodyPr anchor="b">
            <a:normAutofit/>
          </a:bodyPr>
          <a:lstStyle>
            <a:lvl1pPr algn="l">
              <a:defRPr sz="7500" cap="all" baseline="0">
                <a:solidFill>
                  <a:schemeClr val="bg1"/>
                </a:solidFill>
              </a:defRPr>
            </a:lvl1pPr>
          </a:lstStyle>
          <a:p>
            <a:r>
              <a:rPr lang="en-US"/>
              <a:t>Click to edit Master title style</a:t>
            </a:r>
            <a:endParaRPr lang="en-US" dirty="0"/>
          </a:p>
        </p:txBody>
      </p:sp>
      <p:sp>
        <p:nvSpPr>
          <p:cNvPr id="6" name="Subtitle 2">
            <a:extLst>
              <a:ext uri="{FF2B5EF4-FFF2-40B4-BE49-F238E27FC236}">
                <a16:creationId xmlns:a16="http://schemas.microsoft.com/office/drawing/2014/main" id="{903C4BE1-6BC7-07DF-D465-C3B7FD2F9950}"/>
              </a:ext>
            </a:extLst>
          </p:cNvPr>
          <p:cNvSpPr>
            <a:spLocks noGrp="1"/>
          </p:cNvSpPr>
          <p:nvPr>
            <p:ph type="subTitle" idx="1"/>
          </p:nvPr>
        </p:nvSpPr>
        <p:spPr>
          <a:xfrm>
            <a:off x="8172448" y="634999"/>
            <a:ext cx="3385516" cy="1494477"/>
          </a:xfrm>
        </p:spPr>
        <p:txBody>
          <a:bodyPr anchor="t">
            <a:normAutofit/>
          </a:bodyPr>
          <a:lstStyle>
            <a:lvl1pPr marL="0" indent="0" algn="r">
              <a:buNone/>
              <a:defRPr sz="2000" b="1" i="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720502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5">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2AC2E79-609C-0D1A-9B21-608288E7C67D}"/>
              </a:ext>
            </a:extLst>
          </p:cNvPr>
          <p:cNvSpPr>
            <a:spLocks noGrp="1"/>
          </p:cNvSpPr>
          <p:nvPr>
            <p:ph type="ctrTitle"/>
          </p:nvPr>
        </p:nvSpPr>
        <p:spPr>
          <a:xfrm>
            <a:off x="634029" y="634999"/>
            <a:ext cx="7152035" cy="5588001"/>
          </a:xfrm>
        </p:spPr>
        <p:txBody>
          <a:bodyPr anchor="b">
            <a:normAutofit/>
          </a:bodyPr>
          <a:lstStyle>
            <a:lvl1pPr algn="l">
              <a:defRPr sz="7500" cap="all" baseline="0">
                <a:solidFill>
                  <a:schemeClr val="accent1"/>
                </a:solidFill>
              </a:defRPr>
            </a:lvl1pPr>
          </a:lstStyle>
          <a:p>
            <a:r>
              <a:rPr lang="en-US"/>
              <a:t>Click to edit Master title style</a:t>
            </a:r>
            <a:endParaRPr lang="en-US" dirty="0"/>
          </a:p>
        </p:txBody>
      </p:sp>
      <p:sp>
        <p:nvSpPr>
          <p:cNvPr id="6" name="Subtitle 2">
            <a:extLst>
              <a:ext uri="{FF2B5EF4-FFF2-40B4-BE49-F238E27FC236}">
                <a16:creationId xmlns:a16="http://schemas.microsoft.com/office/drawing/2014/main" id="{903C4BE1-6BC7-07DF-D465-C3B7FD2F9950}"/>
              </a:ext>
            </a:extLst>
          </p:cNvPr>
          <p:cNvSpPr>
            <a:spLocks noGrp="1"/>
          </p:cNvSpPr>
          <p:nvPr>
            <p:ph type="subTitle" idx="1"/>
          </p:nvPr>
        </p:nvSpPr>
        <p:spPr>
          <a:xfrm>
            <a:off x="8172448" y="634999"/>
            <a:ext cx="3385516" cy="1494477"/>
          </a:xfrm>
        </p:spPr>
        <p:txBody>
          <a:bodyPr anchor="t">
            <a:normAutofit/>
          </a:bodyPr>
          <a:lstStyle>
            <a:lvl1pPr marL="0" indent="0" algn="r">
              <a:buNone/>
              <a:defRPr sz="2000" b="1" i="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31677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8" y="1748474"/>
            <a:ext cx="7538425" cy="4474526"/>
          </a:xfrm>
        </p:spPr>
        <p:txBody>
          <a:bodyPr anchor="b">
            <a:normAutofit/>
          </a:bodyPr>
          <a:lstStyle>
            <a:lvl1pPr algn="l">
              <a:defRPr sz="6000" cap="all" baseline="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6505051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8" y="1748474"/>
            <a:ext cx="7538425" cy="4474526"/>
          </a:xfrm>
        </p:spPr>
        <p:txBody>
          <a:bodyPr anchor="b">
            <a:normAutofit/>
          </a:bodyPr>
          <a:lstStyle>
            <a:lvl1pPr algn="l">
              <a:defRPr sz="6000" cap="all" baseline="0">
                <a:solidFill>
                  <a:schemeClr val="accent1"/>
                </a:solidFill>
              </a:defRPr>
            </a:lvl1pPr>
          </a:lstStyle>
          <a:p>
            <a:r>
              <a:rPr lang="en-US"/>
              <a:t>Click to edit Master title style</a:t>
            </a:r>
            <a:endParaRPr lang="en-US" dirty="0"/>
          </a:p>
        </p:txBody>
      </p:sp>
    </p:spTree>
    <p:extLst>
      <p:ext uri="{BB962C8B-B14F-4D97-AF65-F5344CB8AC3E}">
        <p14:creationId xmlns:p14="http://schemas.microsoft.com/office/powerpoint/2010/main" val="4327587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Welcom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001714"/>
            <a:ext cx="5652464" cy="2613336"/>
          </a:xfrm>
        </p:spPr>
        <p:txBody>
          <a:bodyPr anchor="b">
            <a:noAutofit/>
          </a:bodyPr>
          <a:lstStyle>
            <a:lvl1pPr>
              <a:defRPr sz="6000" u="sng"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634029" y="0"/>
            <a:ext cx="4328498" cy="630936"/>
          </a:xfrm>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672014" y="0"/>
            <a:ext cx="942975" cy="630936"/>
          </a:xfrm>
        </p:spPr>
        <p:txBody>
          <a:bodyPr/>
          <a:lstStyle>
            <a:lvl1pPr>
              <a:defRPr>
                <a:solidFill>
                  <a:schemeClr val="tx1"/>
                </a:solidFill>
              </a:defRPr>
            </a:lvl1pPr>
          </a:lstStyle>
          <a:p>
            <a:fld id="{05F2758A-C3D6-E84B-B3E9-757EFEF52D55}" type="datetime1">
              <a:rPr lang="en-US" smtClean="0"/>
              <a:pPr/>
              <a:t>4/13/2026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3" y="0"/>
            <a:ext cx="556592" cy="630936"/>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34029" y="3996050"/>
            <a:ext cx="5652464" cy="2226950"/>
          </a:xfrm>
        </p:spPr>
        <p:txBody>
          <a:bodyPr>
            <a:normAutofit/>
          </a:bodyPr>
          <a:lstStyle>
            <a:lvl1pPr>
              <a:lnSpc>
                <a:spcPct val="120000"/>
              </a:lnSpc>
              <a:spcAft>
                <a:spcPts val="0"/>
              </a:spcAft>
              <a:defRPr sz="1600">
                <a:solidFill>
                  <a:schemeClr val="tx1"/>
                </a:solidFill>
              </a:defRPr>
            </a:lvl1pPr>
            <a:lvl2pPr>
              <a:lnSpc>
                <a:spcPct val="120000"/>
              </a:lnSpc>
              <a:spcAft>
                <a:spcPts val="0"/>
              </a:spcAft>
              <a:defRPr sz="1600">
                <a:solidFill>
                  <a:schemeClr val="tx1"/>
                </a:solidFill>
              </a:defRPr>
            </a:lvl2pPr>
            <a:lvl3pPr>
              <a:lnSpc>
                <a:spcPct val="120000"/>
              </a:lnSpc>
              <a:spcAft>
                <a:spcPts val="0"/>
              </a:spcAft>
              <a:defRPr sz="1600">
                <a:solidFill>
                  <a:schemeClr val="tx1"/>
                </a:solidFill>
              </a:defRPr>
            </a:lvl3pPr>
            <a:lvl4pPr>
              <a:lnSpc>
                <a:spcPct val="120000"/>
              </a:lnSpc>
              <a:spcAft>
                <a:spcPts val="0"/>
              </a:spcAft>
              <a:defRPr sz="1600">
                <a:solidFill>
                  <a:schemeClr val="tx1"/>
                </a:solidFill>
              </a:defRPr>
            </a:lvl4pPr>
            <a:lvl5pPr>
              <a:lnSpc>
                <a:spcPct val="120000"/>
              </a:lnSpc>
              <a:spcAft>
                <a:spcPts val="0"/>
              </a:spcAft>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Picture Placeholder 7">
            <a:extLst>
              <a:ext uri="{FF2B5EF4-FFF2-40B4-BE49-F238E27FC236}">
                <a16:creationId xmlns:a16="http://schemas.microsoft.com/office/drawing/2014/main" id="{DEE8CE2C-7AFC-E265-19EB-F76884D5992B}"/>
              </a:ext>
            </a:extLst>
          </p:cNvPr>
          <p:cNvSpPr>
            <a:spLocks noGrp="1"/>
          </p:cNvSpPr>
          <p:nvPr>
            <p:ph type="pic" sz="quarter" idx="14"/>
          </p:nvPr>
        </p:nvSpPr>
        <p:spPr>
          <a:xfrm>
            <a:off x="6843095" y="630936"/>
            <a:ext cx="4714870" cy="5592064"/>
          </a:xfrm>
          <a:blipFill dpi="0" rotWithShape="1">
            <a:blip r:embed="rId2">
              <a:alphaModFix amt="60000"/>
            </a:blip>
            <a:srcRect/>
            <a:stretch>
              <a:fillRect l="-40" r="-40"/>
            </a:stretch>
          </a:blipFill>
        </p:spPr>
        <p:txBody>
          <a:bodyPr/>
          <a:lstStyle>
            <a:lvl1pPr>
              <a:defRPr>
                <a:solidFill>
                  <a:schemeClr val="tx1"/>
                </a:solidFill>
              </a:defRPr>
            </a:lvl1pPr>
          </a:lstStyle>
          <a:p>
            <a:r>
              <a:rPr lang="en-US"/>
              <a:t>Click icon to add picture</a:t>
            </a:r>
            <a:endParaRPr lang="en-US" dirty="0"/>
          </a:p>
        </p:txBody>
      </p:sp>
    </p:spTree>
    <p:extLst>
      <p:ext uri="{BB962C8B-B14F-4D97-AF65-F5344CB8AC3E}">
        <p14:creationId xmlns:p14="http://schemas.microsoft.com/office/powerpoint/2010/main" val="2177910705"/>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001715"/>
            <a:ext cx="4663440" cy="2241233"/>
          </a:xfrm>
        </p:spPr>
        <p:txBody>
          <a:bodyPr anchor="t">
            <a:noAutofit/>
          </a:bodyPr>
          <a:lstStyle>
            <a:lvl1pPr>
              <a:defRPr sz="6000" cap="all" baseline="0">
                <a:solidFill>
                  <a:schemeClr val="tx1"/>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p:nvPr>
        </p:nvSpPr>
        <p:spPr>
          <a:xfrm>
            <a:off x="0" y="0"/>
            <a:ext cx="6096000"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843095" y="0"/>
            <a:ext cx="2828918" cy="630936"/>
          </a:xfrm>
        </p:spPr>
        <p:txBody>
          <a:bodyPr/>
          <a:lstStyle>
            <a:lvl1pPr>
              <a:defRPr>
                <a:solidFill>
                  <a:schemeClr val="tx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707112" y="0"/>
            <a:ext cx="914400" cy="630936"/>
          </a:xfrm>
        </p:spPr>
        <p:txBody>
          <a:bodyPr/>
          <a:lstStyle>
            <a:lvl1pPr>
              <a:defRPr>
                <a:solidFill>
                  <a:schemeClr val="tx1"/>
                </a:solidFill>
              </a:defRPr>
            </a:lvl1pPr>
          </a:lstStyle>
          <a:p>
            <a:fld id="{1EEECD8D-53A7-3A4F-8909-5ECB0FEF37FB}" type="datetime1">
              <a:rPr lang="en-US" smtClean="0"/>
              <a:pPr/>
              <a:t>4/13/2026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009324" y="0"/>
            <a:ext cx="548640" cy="630936"/>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3623950"/>
            <a:ext cx="4663440" cy="2539106"/>
          </a:xfrm>
        </p:spPr>
        <p:txBody>
          <a:bodyPr>
            <a:normAutofit/>
          </a:bodyPr>
          <a:lstStyle>
            <a:lvl1pPr marL="457200" indent="-457200">
              <a:buFont typeface="+mj-lt"/>
              <a:buAutoNum type="arabicPeriod"/>
              <a:defRPr sz="2000">
                <a:solidFill>
                  <a:schemeClr val="tx1"/>
                </a:solidFill>
              </a:defRPr>
            </a:lvl1pPr>
            <a:lvl2pPr marL="571500" indent="-342900">
              <a:buFont typeface="+mj-lt"/>
              <a:buAutoNum type="arabicPeriod"/>
              <a:defRPr sz="1800">
                <a:solidFill>
                  <a:schemeClr val="tx1"/>
                </a:solidFill>
              </a:defRPr>
            </a:lvl2pPr>
            <a:lvl3pPr marL="800100" indent="-342900">
              <a:buFont typeface="+mj-lt"/>
              <a:buAutoNum type="arabicPeriod"/>
              <a:defRPr sz="1600">
                <a:solidFill>
                  <a:schemeClr val="tx1"/>
                </a:solidFill>
              </a:defRPr>
            </a:lvl3pPr>
            <a:lvl4pPr marL="1028700" indent="-342900">
              <a:buFont typeface="+mj-lt"/>
              <a:buAutoNum type="arabicPeriod"/>
              <a:defRPr sz="1400">
                <a:solidFill>
                  <a:schemeClr val="tx1"/>
                </a:solidFill>
              </a:defRPr>
            </a:lvl4pPr>
            <a:lvl5pPr>
              <a:buFont typeface="+mj-lt"/>
              <a:buAutoNum type="arabicPeriod"/>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77243813"/>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2129475"/>
            <a:ext cx="4719430" cy="2599051"/>
          </a:xfrm>
        </p:spPr>
        <p:txBody>
          <a:bodyPr>
            <a:no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307E3B5C-D099-9543-A57D-129299D311F4}" type="datetime1">
              <a:rPr lang="en-US" smtClean="0"/>
              <a:pPr/>
              <a:t>4/13/2026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843095" y="2129475"/>
            <a:ext cx="4158283" cy="2599051"/>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9489392"/>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748474"/>
            <a:ext cx="4328498" cy="3726812"/>
          </a:xfrm>
        </p:spPr>
        <p:txBody>
          <a:bodyPr>
            <a:norm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FDDB5BF-28B0-5C4D-A64A-E611B8C77204}" type="datetime1">
              <a:rPr lang="en-US" smtClean="0"/>
              <a:pPr/>
              <a:t>4/13/2026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348911" y="1748473"/>
            <a:ext cx="6209053" cy="372681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5917226"/>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1381759"/>
            <a:ext cx="4347849" cy="4841241"/>
          </a:xfrm>
        </p:spPr>
        <p:txBody>
          <a:bodyPr>
            <a:norm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482B860-5E2A-1340-A6D3-E276E55F2222}" type="datetime1">
              <a:rPr lang="en-US" smtClean="0"/>
              <a:pPr/>
              <a:t>4/13/2026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48911" y="1381759"/>
            <a:ext cx="6209054" cy="484124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11288327"/>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1001715"/>
            <a:ext cx="4347850" cy="4855526"/>
          </a:xfrm>
        </p:spPr>
        <p:txBody>
          <a:bodyPr>
            <a:norm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8676C7A-4B29-7743-AB3A-5EEF28262A7C}" type="datetime1">
              <a:rPr lang="en-US" smtClean="0"/>
              <a:pPr/>
              <a:t>4/13/2026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348911" y="1001715"/>
            <a:ext cx="6209053" cy="485552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61574937"/>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2" y="1001715"/>
            <a:ext cx="3385529" cy="5221285"/>
          </a:xfrm>
        </p:spPr>
        <p:txBody>
          <a:bodyPr>
            <a:norm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7826AE1-158D-A74A-A5C8-25E57C484C69}" type="datetime1">
              <a:rPr lang="en-US" smtClean="0"/>
              <a:pPr/>
              <a:t>4/13/2026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05935" y="1001715"/>
            <a:ext cx="7152029" cy="522128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6173699"/>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7">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001714"/>
            <a:ext cx="10923935" cy="1127760"/>
          </a:xfrm>
        </p:spPr>
        <p:txBody>
          <a:bodyPr>
            <a:noAutofit/>
          </a:bodyPr>
          <a:lstStyle>
            <a:lvl1pPr>
              <a:defRPr sz="6000" u="sng"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634029" y="0"/>
            <a:ext cx="4328498" cy="630936"/>
          </a:xfrm>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672014" y="0"/>
            <a:ext cx="942975" cy="630936"/>
          </a:xfrm>
        </p:spPr>
        <p:txBody>
          <a:bodyPr/>
          <a:lstStyle>
            <a:lvl1pPr>
              <a:defRPr>
                <a:solidFill>
                  <a:schemeClr val="tx1"/>
                </a:solidFill>
              </a:defRPr>
            </a:lvl1pPr>
          </a:lstStyle>
          <a:p>
            <a:fld id="{FA1EC562-4E50-D34B-8F39-5DD0D018EB66}" type="datetime1">
              <a:rPr lang="en-US" smtClean="0"/>
              <a:pPr/>
              <a:t>4/13/2026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3" y="0"/>
            <a:ext cx="556592" cy="630936"/>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34029" y="2495234"/>
            <a:ext cx="10923935" cy="372776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3785884"/>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34029" y="1011936"/>
            <a:ext cx="8481400" cy="1484254"/>
          </a:xfrm>
        </p:spPr>
        <p:txBody>
          <a:bodyPr anchor="t">
            <a:noAutofit/>
          </a:bodyPr>
          <a:lstStyle>
            <a:lvl1pPr>
              <a:defRPr sz="6000" cap="all" baseline="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3EDD5DD5-92AA-6440-87DE-277C532BE8AC}" type="datetime1">
              <a:rPr lang="en-US" smtClean="0"/>
              <a:pPr/>
              <a:t>4/13/2026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4029" y="2877190"/>
            <a:ext cx="8481400" cy="3345810"/>
          </a:xfrm>
        </p:spPr>
        <p:txBody>
          <a:bodyPr>
            <a:normAutofit/>
          </a:bodyPr>
          <a:lstStyle>
            <a:lvl1pPr marL="457200" indent="-457200">
              <a:buFont typeface="+mj-lt"/>
              <a:buAutoNum type="arabicPeriod"/>
              <a:defRPr sz="2400">
                <a:solidFill>
                  <a:schemeClr val="tx1"/>
                </a:solidFill>
              </a:defRPr>
            </a:lvl1pPr>
            <a:lvl2pPr marL="685800" indent="-457200">
              <a:buFont typeface="+mj-lt"/>
              <a:buAutoNum type="arabicPeriod"/>
              <a:defRPr sz="2000">
                <a:solidFill>
                  <a:schemeClr val="tx1"/>
                </a:solidFill>
              </a:defRPr>
            </a:lvl2pPr>
            <a:lvl3pPr marL="800100" indent="-342900">
              <a:buFont typeface="+mj-lt"/>
              <a:buAutoNum type="arabicPeriod"/>
              <a:defRPr sz="1800">
                <a:solidFill>
                  <a:schemeClr val="tx1"/>
                </a:solidFill>
              </a:defRPr>
            </a:lvl3pPr>
            <a:lvl4pPr marL="1028700" indent="-342900">
              <a:buFont typeface="+mj-lt"/>
              <a:buAutoNum type="arabicPeriod"/>
              <a:defRPr sz="1600">
                <a:solidFill>
                  <a:schemeClr val="tx1"/>
                </a:solidFill>
              </a:defRPr>
            </a:lvl4pPr>
            <a:lvl5pPr marL="1257300" indent="-342900">
              <a:buFont typeface="+mj-lt"/>
              <a:buAutoNum type="arabicPeriod"/>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90827042"/>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48911" y="1001714"/>
            <a:ext cx="6209053" cy="1122374"/>
          </a:xfrm>
        </p:spPr>
        <p:txBody>
          <a:bodyPr anchor="t"/>
          <a:lstStyle>
            <a:lvl1pPr>
              <a:defRPr cap="all" baseline="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6843096" y="0"/>
            <a:ext cx="2828918" cy="630936"/>
          </a:xfrm>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700589" y="0"/>
            <a:ext cx="914400" cy="630936"/>
          </a:xfrm>
        </p:spPr>
        <p:txBody>
          <a:bodyPr/>
          <a:lstStyle>
            <a:lvl1pPr>
              <a:defRPr>
                <a:solidFill>
                  <a:schemeClr val="tx1"/>
                </a:solidFill>
              </a:defRPr>
            </a:lvl1pPr>
          </a:lstStyle>
          <a:p>
            <a:fld id="{33C78A78-9BD4-2540-9BAB-27AD9352B454}" type="datetime1">
              <a:rPr lang="en-US" smtClean="0"/>
              <a:pPr/>
              <a:t>4/13/2026</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09324" y="0"/>
            <a:ext cx="548640" cy="630936"/>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904907"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48911" y="2496189"/>
            <a:ext cx="6209053" cy="372681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15385792"/>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1001714"/>
            <a:ext cx="6209066" cy="1121419"/>
          </a:xfrm>
        </p:spPr>
        <p:txBody>
          <a:bodyPr anchor="t"/>
          <a:lstStyle>
            <a:lvl1pPr>
              <a:defRPr cap="all" baseline="0">
                <a:solidFill>
                  <a:schemeClr val="bg1"/>
                </a:solidFill>
              </a:defRPr>
            </a:lvl1pPr>
          </a:lstStyle>
          <a:p>
            <a:r>
              <a:rPr lang="en-US"/>
              <a:t>Click to edit Master title style</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34028" y="0"/>
            <a:ext cx="3181348" cy="630936"/>
          </a:xfrm>
        </p:spPr>
        <p:txBody>
          <a:bodyPr/>
          <a:lstStyle>
            <a:lvl1pPr>
              <a:defRPr>
                <a:solidFill>
                  <a:schemeClr val="bg1"/>
                </a:solidFill>
              </a:defRPr>
            </a:lvl1pPr>
          </a:lstStyle>
          <a:p>
            <a:r>
              <a:rPr lang="en-US" dirty="0"/>
              <a:t>SHAPING THE FUTURE OF OUR INDUSTRY</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3859766" y="0"/>
            <a:ext cx="896113" cy="630936"/>
          </a:xfrm>
        </p:spPr>
        <p:txBody>
          <a:bodyPr/>
          <a:lstStyle>
            <a:lvl1pPr>
              <a:defRPr>
                <a:solidFill>
                  <a:schemeClr val="bg1"/>
                </a:solidFill>
              </a:defRPr>
            </a:lvl1pPr>
          </a:lstStyle>
          <a:p>
            <a:fld id="{6B5BCBD1-B884-5B4C-ACE8-81AA2A39E888}" type="datetime1">
              <a:rPr lang="en-US" smtClean="0"/>
              <a:pPr/>
              <a:t>4/13/2026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4800270" y="0"/>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28" y="2495234"/>
            <a:ext cx="6209066" cy="372776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262823" y="0"/>
            <a:ext cx="4929177" cy="6858000"/>
          </a:xfrm>
          <a:blipFill dpi="0" rotWithShape="1">
            <a:blip r:embed="rId2">
              <a:alphaModFix amt="60000"/>
            </a:blip>
            <a:srcRect/>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487717625"/>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05936" y="1001714"/>
            <a:ext cx="7152028" cy="1122374"/>
          </a:xfrm>
        </p:spPr>
        <p:txBody>
          <a:bodyPr anchor="t"/>
          <a:lstStyle>
            <a:lvl1pPr>
              <a:defRPr cap="all" baseline="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19547" cy="6858000"/>
          </a:xfrm>
          <a:blipFill dpi="0" rotWithShape="1">
            <a:blip r:embed="rId2">
              <a:alphaModFix amt="60000"/>
            </a:blip>
            <a:srcRect/>
            <a:stretch>
              <a:fillRect/>
            </a:stretch>
          </a:blipFill>
        </p:spPr>
        <p:txBody>
          <a:bodyPr/>
          <a:lstStyle/>
          <a:p>
            <a:r>
              <a:rPr lang="en-US"/>
              <a:t>Click icon to add picture</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6871664" y="0"/>
            <a:ext cx="2800349" cy="630936"/>
          </a:xfrm>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9700589" y="0"/>
            <a:ext cx="914400" cy="630936"/>
          </a:xfrm>
        </p:spPr>
        <p:txBody>
          <a:bodyPr/>
          <a:lstStyle>
            <a:lvl1pPr>
              <a:defRPr>
                <a:solidFill>
                  <a:schemeClr val="bg1"/>
                </a:solidFill>
              </a:defRPr>
            </a:lvl1pPr>
          </a:lstStyle>
          <a:p>
            <a:fld id="{B561CBF7-6530-194B-9FC2-12E7E7738880}" type="datetime1">
              <a:rPr lang="en-US" smtClean="0"/>
              <a:pPr/>
              <a:t>4/13/2026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09324" y="0"/>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405936" y="2496189"/>
            <a:ext cx="7152028" cy="372681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99263639"/>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1001714"/>
            <a:ext cx="6587506" cy="1112519"/>
          </a:xfrm>
        </p:spPr>
        <p:txBody>
          <a:bodyPr anchor="t"/>
          <a:lstStyle>
            <a:lvl1pPr>
              <a:defRPr cap="all" baseline="0">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28" y="2495234"/>
            <a:ext cx="6595451" cy="372776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34028" y="0"/>
            <a:ext cx="3177059" cy="630936"/>
          </a:xfrm>
        </p:spPr>
        <p:txBody>
          <a:bodyPr/>
          <a:lstStyle>
            <a:lvl1pPr>
              <a:defRPr>
                <a:solidFill>
                  <a:schemeClr val="bg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848478" y="0"/>
            <a:ext cx="914400" cy="630936"/>
          </a:xfrm>
        </p:spPr>
        <p:txBody>
          <a:bodyPr/>
          <a:lstStyle>
            <a:lvl1pPr>
              <a:defRPr>
                <a:solidFill>
                  <a:schemeClr val="bg1"/>
                </a:solidFill>
              </a:defRPr>
            </a:lvl1pPr>
          </a:lstStyle>
          <a:p>
            <a:fld id="{3FA5E271-D672-F147-B371-ABF5E56F00EC}" type="datetime1">
              <a:rPr lang="en-US" smtClean="0"/>
              <a:pPr/>
              <a:t>4/13/2026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800269" y="0"/>
            <a:ext cx="548641" cy="630936"/>
          </a:xfrm>
        </p:spPr>
        <p:txBody>
          <a:bodyPr/>
          <a:lstStyle>
            <a:lvl1pPr>
              <a:defRPr>
                <a:solidFill>
                  <a:schemeClr val="bg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172454" y="0"/>
            <a:ext cx="4019545" cy="6858000"/>
          </a:xfrm>
          <a:blipFill dpi="0" rotWithShape="1">
            <a:blip r:embed="rId2">
              <a:alphaModFix amt="60000"/>
            </a:blip>
            <a:srcRect/>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1138457317"/>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43095" y="1019803"/>
            <a:ext cx="4714869" cy="1109672"/>
          </a:xfrm>
        </p:spPr>
        <p:txBody>
          <a:bodyPr anchor="t"/>
          <a:lstStyle>
            <a:lvl1pPr>
              <a:defRPr sz="3200" cap="all" baseline="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286498" cy="6858000"/>
          </a:xfrm>
          <a:blipFill dpi="0" rotWithShape="1">
            <a:blip r:embed="rId2">
              <a:alphaModFix amt="60000"/>
            </a:blip>
            <a:srcRect/>
            <a:stretch>
              <a:fillRect/>
            </a:stretch>
          </a:blipFill>
        </p:spPr>
        <p:txBody>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843095" y="0"/>
            <a:ext cx="2828918" cy="630936"/>
          </a:xfrm>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700581" y="0"/>
            <a:ext cx="914407" cy="630936"/>
          </a:xfrm>
        </p:spPr>
        <p:txBody>
          <a:bodyPr/>
          <a:lstStyle>
            <a:lvl1pPr>
              <a:defRPr>
                <a:solidFill>
                  <a:schemeClr val="bg1"/>
                </a:solidFill>
                <a:effectLst/>
              </a:defRPr>
            </a:lvl1pPr>
          </a:lstStyle>
          <a:p>
            <a:fld id="{CC79DE5A-E0D1-2647-9D82-FBDAE5DFB807}" type="datetime1">
              <a:rPr lang="en-US" smtClean="0"/>
              <a:pPr/>
              <a:t>4/13/2026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43095" y="2514279"/>
            <a:ext cx="4714869" cy="370872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23004395"/>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1001715"/>
            <a:ext cx="4714881" cy="1108746"/>
          </a:xfrm>
        </p:spPr>
        <p:txBody>
          <a:bodyPr anchor="t"/>
          <a:lstStyle>
            <a:lvl1pPr>
              <a:defRPr sz="3200" cap="all" baseline="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29" y="2515204"/>
            <a:ext cx="4714881" cy="370779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4028" y="0"/>
            <a:ext cx="2805405" cy="630936"/>
          </a:xfrm>
        </p:spPr>
        <p:txBody>
          <a:bodyPr/>
          <a:lstStyle>
            <a:lvl1pPr>
              <a:defRPr>
                <a:solidFill>
                  <a:schemeClr val="tx1"/>
                </a:solidFill>
                <a:effectLst/>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830190" y="0"/>
            <a:ext cx="914400" cy="630936"/>
          </a:xfrm>
        </p:spPr>
        <p:txBody>
          <a:bodyPr/>
          <a:lstStyle>
            <a:lvl1pPr>
              <a:defRPr>
                <a:solidFill>
                  <a:schemeClr val="tx1"/>
                </a:solidFill>
              </a:defRPr>
            </a:lvl1pPr>
          </a:lstStyle>
          <a:p>
            <a:fld id="{7E69D102-A2FD-8743-85DB-14F8D0C32AC3}" type="datetime1">
              <a:rPr lang="en-US" smtClean="0"/>
              <a:pPr/>
              <a:t>4/13/2026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800270" y="0"/>
            <a:ext cx="548640" cy="630936"/>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05502" y="0"/>
            <a:ext cx="6286498"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Tree>
    <p:extLst>
      <p:ext uri="{BB962C8B-B14F-4D97-AF65-F5344CB8AC3E}">
        <p14:creationId xmlns:p14="http://schemas.microsoft.com/office/powerpoint/2010/main" val="3433333372"/>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43095" y="1011935"/>
            <a:ext cx="4714869" cy="1112153"/>
          </a:xfrm>
        </p:spPr>
        <p:txBody>
          <a:bodyPr anchor="b"/>
          <a:lstStyle>
            <a:lvl1pPr>
              <a:defRPr sz="60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53237" y="0"/>
            <a:ext cx="2836870" cy="630936"/>
          </a:xfrm>
        </p:spPr>
        <p:txBody>
          <a:bodyPr/>
          <a:lstStyle>
            <a:lvl1pPr>
              <a:defRPr>
                <a:solidFill>
                  <a:schemeClr val="tx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687910" y="0"/>
            <a:ext cx="927080" cy="630936"/>
          </a:xfrm>
        </p:spPr>
        <p:txBody>
          <a:bodyPr/>
          <a:lstStyle>
            <a:lvl1pPr>
              <a:defRPr>
                <a:solidFill>
                  <a:schemeClr val="tx1"/>
                </a:solidFill>
                <a:effectLst/>
              </a:defRPr>
            </a:lvl1pPr>
          </a:lstStyle>
          <a:p>
            <a:fld id="{FA9F1854-4AF0-ED49-AE83-182A816927B5}" type="datetime1">
              <a:rPr lang="en-US" smtClean="0"/>
              <a:pPr/>
              <a:t>4/13/2026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34029" y="630936"/>
            <a:ext cx="5652469" cy="5592063"/>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61021" y="2496190"/>
            <a:ext cx="4696943" cy="372680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7639047"/>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1001714"/>
            <a:ext cx="4714880" cy="1121417"/>
          </a:xfrm>
        </p:spPr>
        <p:txBody>
          <a:bodyPr anchor="t"/>
          <a:lstStyle>
            <a:lvl1pPr>
              <a:defRPr sz="32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4028" y="0"/>
            <a:ext cx="2805405" cy="630936"/>
          </a:xfrm>
        </p:spPr>
        <p:txBody>
          <a:bodyPr/>
          <a:lstStyle>
            <a:lvl1pPr>
              <a:defRPr>
                <a:solidFill>
                  <a:schemeClr val="tx1"/>
                </a:solidFill>
                <a:effectLst/>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848478" y="0"/>
            <a:ext cx="914400" cy="630936"/>
          </a:xfrm>
        </p:spPr>
        <p:txBody>
          <a:bodyPr/>
          <a:lstStyle>
            <a:lvl1pPr>
              <a:defRPr>
                <a:solidFill>
                  <a:schemeClr val="tx1"/>
                </a:solidFill>
              </a:defRPr>
            </a:lvl1pPr>
          </a:lstStyle>
          <a:p>
            <a:fld id="{6E8F57D1-DD5E-4E44-98C5-7D5639D55A57}" type="datetime1">
              <a:rPr lang="en-US" smtClean="0"/>
              <a:pPr/>
              <a:t>4/13/2026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800269" y="0"/>
            <a:ext cx="548640" cy="630936"/>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2495233"/>
            <a:ext cx="4736136" cy="372776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05502" y="0"/>
            <a:ext cx="6286497"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Tree>
    <p:extLst>
      <p:ext uri="{BB962C8B-B14F-4D97-AF65-F5344CB8AC3E}">
        <p14:creationId xmlns:p14="http://schemas.microsoft.com/office/powerpoint/2010/main" val="2338564950"/>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454" y="992921"/>
            <a:ext cx="3385510" cy="1117539"/>
          </a:xfrm>
        </p:spPr>
        <p:txBody>
          <a:bodyPr anchor="t">
            <a:noAutofit/>
          </a:bodyPr>
          <a:lstStyle>
            <a:lvl1pPr>
              <a:defRPr sz="3200" cap="all" baseline="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172454" y="0"/>
            <a:ext cx="1735843" cy="630936"/>
          </a:xfrm>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9911643" y="0"/>
            <a:ext cx="700007" cy="630936"/>
          </a:xfrm>
        </p:spPr>
        <p:txBody>
          <a:bodyPr/>
          <a:lstStyle>
            <a:lvl1pPr>
              <a:defRPr>
                <a:solidFill>
                  <a:schemeClr val="tx1"/>
                </a:solidFill>
              </a:defRPr>
            </a:lvl1pPr>
          </a:lstStyle>
          <a:p>
            <a:fld id="{BDB83C81-A524-F840-ABC9-B6BB50E4A13C}" type="datetime1">
              <a:rPr lang="en-US" smtClean="0"/>
              <a:pPr/>
              <a:t>4/13/2026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009323" y="0"/>
            <a:ext cx="548640" cy="630936"/>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72454" y="2515204"/>
            <a:ext cx="3385510" cy="370779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07650266"/>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1001715"/>
            <a:ext cx="3380187" cy="1108746"/>
          </a:xfrm>
        </p:spPr>
        <p:txBody>
          <a:bodyPr anchor="b">
            <a:noAutofit/>
          </a:bodyPr>
          <a:lstStyle>
            <a:lvl1pPr>
              <a:defRPr sz="32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4028" y="0"/>
            <a:ext cx="2083775" cy="630936"/>
          </a:xfrm>
        </p:spPr>
        <p:txBody>
          <a:bodyPr/>
          <a:lstStyle>
            <a:lvl1pPr>
              <a:defRPr>
                <a:solidFill>
                  <a:schemeClr val="tx1"/>
                </a:solidFill>
                <a:effectLst/>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723140" y="0"/>
            <a:ext cx="716293" cy="630936"/>
          </a:xfrm>
        </p:spPr>
        <p:txBody>
          <a:bodyPr/>
          <a:lstStyle>
            <a:lvl1pPr>
              <a:defRPr>
                <a:solidFill>
                  <a:schemeClr val="tx1"/>
                </a:solidFill>
              </a:defRPr>
            </a:lvl1pPr>
          </a:lstStyle>
          <a:p>
            <a:fld id="{1BA8DA53-5E6D-4942-B673-3E50E3C9DB93}" type="datetime1">
              <a:rPr lang="en-US" smtClean="0"/>
              <a:pPr/>
              <a:t>4/13/2026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465575" y="0"/>
            <a:ext cx="548640" cy="630936"/>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29" y="2491461"/>
            <a:ext cx="3380313" cy="37315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Tree>
    <p:extLst>
      <p:ext uri="{BB962C8B-B14F-4D97-AF65-F5344CB8AC3E}">
        <p14:creationId xmlns:p14="http://schemas.microsoft.com/office/powerpoint/2010/main" val="2109990363"/>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454" y="994222"/>
            <a:ext cx="3385510" cy="1882967"/>
          </a:xfrm>
        </p:spPr>
        <p:txBody>
          <a:bodyPr anchor="b"/>
          <a:lstStyle>
            <a:lvl1pPr>
              <a:defRPr sz="3200" cap="all" baseline="0">
                <a:solidFill>
                  <a:schemeClr val="tx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172455" y="0"/>
            <a:ext cx="1735844" cy="630936"/>
          </a:xfrm>
        </p:spPr>
        <p:txBody>
          <a:bodyPr/>
          <a:lstStyle>
            <a:lvl1pPr>
              <a:defRPr>
                <a:solidFill>
                  <a:schemeClr val="tx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916244" y="0"/>
            <a:ext cx="695406" cy="630936"/>
          </a:xfrm>
        </p:spPr>
        <p:txBody>
          <a:bodyPr/>
          <a:lstStyle>
            <a:lvl1pPr>
              <a:defRPr>
                <a:solidFill>
                  <a:schemeClr val="tx1"/>
                </a:solidFill>
                <a:effectLst/>
              </a:defRPr>
            </a:lvl1pPr>
          </a:lstStyle>
          <a:p>
            <a:fld id="{0BA35C60-A52E-0F44-95C1-79561B62B391}" type="datetime1">
              <a:rPr lang="en-US" smtClean="0"/>
              <a:pPr/>
              <a:t>4/13/2026</a:t>
            </a:fld>
            <a:endParaRPr lang="en-US" dirty="0"/>
          </a:p>
        </p:txBody>
      </p:sp>
      <p:sp>
        <p:nvSpPr>
          <p:cNvPr id="34" name="Slide Number Placeholder 9">
            <a:extLst>
              <a:ext uri="{FF2B5EF4-FFF2-40B4-BE49-F238E27FC236}">
                <a16:creationId xmlns:a16="http://schemas.microsoft.com/office/drawing/2014/main" id="{64F22B5B-7B07-4638-1ED2-E13EDE05C19E}"/>
              </a:ext>
            </a:extLst>
          </p:cNvPr>
          <p:cNvSpPr>
            <a:spLocks noGrp="1"/>
          </p:cNvSpPr>
          <p:nvPr>
            <p:ph type="sldNum" sz="quarter" idx="17"/>
          </p:nvPr>
        </p:nvSpPr>
        <p:spPr>
          <a:xfrm>
            <a:off x="11009324" y="0"/>
            <a:ext cx="548640" cy="630936"/>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2454" y="3251766"/>
            <a:ext cx="3385510" cy="2971234"/>
          </a:xfrm>
        </p:spPr>
        <p:txBody>
          <a:bodyPr>
            <a:normAutofit/>
          </a:bodyPr>
          <a:lstStyle>
            <a:lvl1pPr marL="0" indent="0">
              <a:buNone/>
              <a:defRPr sz="1600">
                <a:solidFill>
                  <a:schemeClr val="tx1"/>
                </a:solidFill>
              </a:defRPr>
            </a:lvl1pPr>
            <a:lvl2pPr marL="228600" indent="0">
              <a:buNone/>
              <a:defRPr sz="1400">
                <a:solidFill>
                  <a:schemeClr val="tx1"/>
                </a:solidFill>
              </a:defRPr>
            </a:lvl2pPr>
            <a:lvl3pPr marL="457200" indent="0">
              <a:buNone/>
              <a:defRPr sz="1200">
                <a:solidFill>
                  <a:schemeClr val="tx1"/>
                </a:solidFill>
              </a:defRPr>
            </a:lvl3pPr>
            <a:lvl4pPr marL="685800" indent="0">
              <a:buNone/>
              <a:defRPr sz="1100">
                <a:solidFill>
                  <a:schemeClr val="tx1"/>
                </a:solidFill>
              </a:defRPr>
            </a:lvl4pPr>
            <a:lvl5pPr marL="914400" indent="0">
              <a:buNone/>
              <a:defRPr sz="10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00674057"/>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5100628"/>
            <a:ext cx="4328498" cy="1122373"/>
          </a:xfrm>
        </p:spPr>
        <p:txBody>
          <a:bodyPr anchor="t">
            <a:noAutofit/>
          </a:bodyPr>
          <a:lstStyle>
            <a:lvl1pPr>
              <a:defRPr sz="3200" cap="all" baseline="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728526"/>
          </a:xfrm>
          <a:blipFill dpi="0" rotWithShape="1">
            <a:blip r:embed="rId2">
              <a:alphaModFix amt="60000"/>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100627"/>
            <a:ext cx="6208724" cy="1122373"/>
          </a:xfrm>
        </p:spPr>
        <p:txBody>
          <a:bodyPr>
            <a:noAutofit/>
          </a:bodyPr>
          <a:lstStyle>
            <a:lvl1pPr marL="0" indent="0">
              <a:buFont typeface="Arial" panose="020B0604020202020204" pitchFamily="34" charset="0"/>
              <a:buNone/>
              <a:defRPr sz="1600">
                <a:solidFill>
                  <a:schemeClr val="bg1"/>
                </a:solidFill>
              </a:defRPr>
            </a:lvl1pPr>
            <a:lvl2pPr marL="228600" indent="0">
              <a:buFont typeface="Arial" panose="020B0604020202020204" pitchFamily="34" charset="0"/>
              <a:buNone/>
              <a:defRPr sz="1400">
                <a:solidFill>
                  <a:schemeClr val="bg1"/>
                </a:solidFill>
              </a:defRPr>
            </a:lvl2pPr>
            <a:lvl3pPr marL="457200" indent="0">
              <a:buFont typeface="Arial" panose="020B0604020202020204" pitchFamily="34" charset="0"/>
              <a:buNone/>
              <a:defRPr sz="1200">
                <a:solidFill>
                  <a:schemeClr val="bg1"/>
                </a:solidFill>
              </a:defRPr>
            </a:lvl3pPr>
            <a:lvl4pPr marL="685800" indent="0">
              <a:buFont typeface="Arial" panose="020B0604020202020204" pitchFamily="34" charset="0"/>
              <a:buNone/>
              <a:defRPr sz="1100">
                <a:solidFill>
                  <a:schemeClr val="bg1"/>
                </a:solidFill>
              </a:defRPr>
            </a:lvl4pPr>
            <a:lvl5pPr marL="914400" indent="0">
              <a:buFont typeface="Arial" panose="020B0604020202020204" pitchFamily="34" charset="0"/>
              <a:buNone/>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4029" y="6211605"/>
            <a:ext cx="3657600" cy="630936"/>
          </a:xfrm>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708540" y="6211605"/>
            <a:ext cx="914400" cy="630936"/>
          </a:xfrm>
        </p:spPr>
        <p:txBody>
          <a:bodyPr/>
          <a:lstStyle>
            <a:lvl1pPr>
              <a:defRPr>
                <a:solidFill>
                  <a:schemeClr val="bg1"/>
                </a:solidFill>
              </a:defRPr>
            </a:lvl1pPr>
          </a:lstStyle>
          <a:p>
            <a:fld id="{625E8027-836D-F64B-BBF7-A246E67FE0A3}" type="datetime1">
              <a:rPr lang="en-US" smtClean="0"/>
              <a:pPr/>
              <a:t>4/13/2026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9324" y="6211605"/>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554981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4353866"/>
            <a:ext cx="2828932" cy="1869134"/>
          </a:xfrm>
        </p:spPr>
        <p:txBody>
          <a:bodyPr anchor="t">
            <a:normAutofit/>
          </a:bodyPr>
          <a:lstStyle>
            <a:lvl1pPr>
              <a:defRPr sz="3200" cap="all" baseline="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dpi="0" rotWithShape="1">
            <a:blip r:embed="rId2">
              <a:alphaModFix amt="60000"/>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19552" y="4353866"/>
            <a:ext cx="7538412" cy="1869134"/>
          </a:xfrm>
        </p:spPr>
        <p:txBody>
          <a:bodyPr>
            <a:noAutofit/>
          </a:bodyPr>
          <a:lstStyle>
            <a:lvl1pPr marL="285750" indent="-285750">
              <a:buFont typeface="Arial" panose="020B0604020202020204" pitchFamily="34" charset="0"/>
              <a:buChar char="•"/>
              <a:defRPr sz="1800">
                <a:solidFill>
                  <a:schemeClr val="bg1"/>
                </a:solidFill>
              </a:defRPr>
            </a:lvl1pPr>
            <a:lvl2pPr marL="514350" indent="-285750">
              <a:buFont typeface="Arial" panose="020B0604020202020204" pitchFamily="34" charset="0"/>
              <a:buChar char="•"/>
              <a:defRPr sz="1600">
                <a:solidFill>
                  <a:schemeClr val="bg1"/>
                </a:solidFill>
              </a:defRPr>
            </a:lvl2pPr>
            <a:lvl3pPr marL="742950" indent="-285750">
              <a:buFont typeface="Arial" panose="020B0604020202020204" pitchFamily="34" charset="0"/>
              <a:buChar char="•"/>
              <a:defRPr sz="1400">
                <a:solidFill>
                  <a:schemeClr val="bg1"/>
                </a:solidFill>
              </a:defRPr>
            </a:lvl3pPr>
            <a:lvl4pPr marL="857250" indent="-171450">
              <a:buFont typeface="Arial" panose="020B0604020202020204" pitchFamily="34" charset="0"/>
              <a:buChar char="•"/>
              <a:defRPr sz="1200">
                <a:solidFill>
                  <a:schemeClr val="bg1"/>
                </a:solidFill>
              </a:defRPr>
            </a:lvl4pPr>
            <a:lvl5pPr marL="1085850" indent="-171450">
              <a:buFont typeface="Arial" panose="020B0604020202020204" pitchFamily="34" charset="0"/>
              <a:buChar cha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4029" y="6211605"/>
            <a:ext cx="3657600" cy="630936"/>
          </a:xfrm>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708540" y="6211605"/>
            <a:ext cx="914400" cy="630936"/>
          </a:xfrm>
        </p:spPr>
        <p:txBody>
          <a:bodyPr/>
          <a:lstStyle>
            <a:lvl1pPr>
              <a:defRPr>
                <a:solidFill>
                  <a:schemeClr val="bg1"/>
                </a:solidFill>
              </a:defRPr>
            </a:lvl1pPr>
          </a:lstStyle>
          <a:p>
            <a:fld id="{04D38C6B-BFF0-FA48-8F70-77BDD72A014D}" type="datetime1">
              <a:rPr lang="en-US" smtClean="0"/>
              <a:pPr/>
              <a:t>4/13/2026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9324" y="6211605"/>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9072022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627443"/>
            <a:ext cx="2828926" cy="1826790"/>
          </a:xfrm>
        </p:spPr>
        <p:txBody>
          <a:bodyPr anchor="t">
            <a:normAutofit/>
          </a:bodyPr>
          <a:lstStyle>
            <a:lvl1pPr>
              <a:defRPr sz="3200" cap="all" baseline="0">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19552" y="634999"/>
            <a:ext cx="7538412" cy="1861191"/>
          </a:xfrm>
        </p:spPr>
        <p:txBody>
          <a:bodyPr>
            <a:noAutofit/>
          </a:bodyPr>
          <a:lstStyle>
            <a:lvl1pPr marL="285750" indent="-285750">
              <a:buFont typeface="Arial" panose="020B0604020202020204" pitchFamily="34" charset="0"/>
              <a:buChar char="•"/>
              <a:defRPr sz="1800">
                <a:solidFill>
                  <a:schemeClr val="bg1"/>
                </a:solidFill>
              </a:defRPr>
            </a:lvl1pPr>
            <a:lvl2pPr marL="514350" indent="-285750">
              <a:buFont typeface="Arial" panose="020B0604020202020204" pitchFamily="34" charset="0"/>
              <a:buChar char="•"/>
              <a:defRPr sz="1600">
                <a:solidFill>
                  <a:schemeClr val="bg1"/>
                </a:solidFill>
              </a:defRPr>
            </a:lvl2pPr>
            <a:lvl3pPr marL="742950" indent="-285750">
              <a:buFont typeface="Arial" panose="020B0604020202020204" pitchFamily="34" charset="0"/>
              <a:buChar char="•"/>
              <a:defRPr sz="1400">
                <a:solidFill>
                  <a:schemeClr val="bg1"/>
                </a:solidFill>
              </a:defRPr>
            </a:lvl3pPr>
            <a:lvl4pPr marL="857250" indent="-171450">
              <a:buFont typeface="Arial" panose="020B0604020202020204" pitchFamily="34" charset="0"/>
              <a:buChar char="•"/>
              <a:defRPr sz="1200">
                <a:solidFill>
                  <a:schemeClr val="bg1"/>
                </a:solidFill>
              </a:defRPr>
            </a:lvl4pPr>
            <a:lvl5pPr marL="1085850" indent="-171450">
              <a:buFont typeface="Arial" panose="020B0604020202020204" pitchFamily="34" charset="0"/>
              <a:buChar cha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dpi="0" rotWithShape="1">
            <a:blip r:embed="rId2">
              <a:alphaModFix amt="60000"/>
            </a:blip>
            <a:srcRect/>
            <a:stretch>
              <a:fillRect/>
            </a:stretch>
          </a:blipFill>
        </p:spPr>
        <p:txBody>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4029" y="0"/>
            <a:ext cx="2805405" cy="630936"/>
          </a:xfrm>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708540" y="0"/>
            <a:ext cx="914400" cy="630936"/>
          </a:xfrm>
        </p:spPr>
        <p:txBody>
          <a:bodyPr/>
          <a:lstStyle>
            <a:lvl1pPr>
              <a:defRPr>
                <a:solidFill>
                  <a:schemeClr val="bg1"/>
                </a:solidFill>
              </a:defRPr>
            </a:lvl1pPr>
          </a:lstStyle>
          <a:p>
            <a:fld id="{E40AF01B-D893-9C4D-8AB8-7E6079CED5E9}" type="datetime1">
              <a:rPr lang="en-US" smtClean="0"/>
              <a:pPr/>
              <a:t>4/13/2026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9324" y="0"/>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668258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1011936"/>
            <a:ext cx="10945318" cy="745437"/>
          </a:xfrm>
        </p:spPr>
        <p:txBody>
          <a:bodyPr anchor="t"/>
          <a:lstStyle>
            <a:lvl1pPr>
              <a:defRPr cap="all" baseline="0">
                <a:solidFill>
                  <a:schemeClr val="bg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defRPr>
            </a:lvl1pPr>
          </a:lstStyle>
          <a:p>
            <a:fld id="{574623E1-10D5-C048-8991-E2228A964ED1}" type="datetime1">
              <a:rPr lang="en-US" smtClean="0"/>
              <a:pPr/>
              <a:t>4/13/2026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5" y="2129474"/>
            <a:ext cx="6230450" cy="4093525"/>
          </a:xfrm>
          <a:blipFill dpi="0" rotWithShape="1">
            <a:blip r:embed="rId2">
              <a:alphaModFix amt="60000"/>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224097" y="2129474"/>
            <a:ext cx="4333867" cy="412819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9990392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1001715"/>
            <a:ext cx="4714881" cy="1121418"/>
          </a:xfrm>
        </p:spPr>
        <p:txBody>
          <a:bodyPr>
            <a:normAutofit/>
          </a:bodyPr>
          <a:lstStyle>
            <a:lvl1pPr>
              <a:defRPr sz="36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05DB6E09-373C-2841-960E-B24A18A7C55D}" type="datetime1">
              <a:rPr lang="en-US" smtClean="0"/>
              <a:pPr/>
              <a:t>4/13/2026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34028" y="2495234"/>
            <a:ext cx="4706938" cy="3727766"/>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286499" y="1001715"/>
            <a:ext cx="5292853" cy="522128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59153830"/>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996695"/>
            <a:ext cx="3771907" cy="1126438"/>
          </a:xfrm>
        </p:spPr>
        <p:txBody>
          <a:bodyPr anchor="t">
            <a:normAutofit/>
          </a:bodyPr>
          <a:lstStyle>
            <a:lvl1pPr>
              <a:defRPr sz="32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4FCB72DF-080D-4042-863C-D2B08AB5E1E8}" type="datetime1">
              <a:rPr lang="en-US" smtClean="0"/>
              <a:pPr/>
              <a:t>4/13/2026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34029" y="2495234"/>
            <a:ext cx="3717934" cy="3727766"/>
          </a:xfrm>
          <a:blipFill dpi="0" rotWithShape="1">
            <a:blip r:embed="rId2">
              <a:alphaModFix amt="60000"/>
            </a:blip>
            <a:srcRect/>
            <a:stretch>
              <a:fillRect/>
            </a:stretch>
          </a:blipFill>
        </p:spPr>
        <p:txBody>
          <a:bodyPr/>
          <a:lstStyle>
            <a:lvl1pPr marL="0" indent="0">
              <a:buNone/>
              <a:defRPr>
                <a:solidFill>
                  <a:schemeClr val="tx1"/>
                </a:solidFill>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62522" y="1005779"/>
            <a:ext cx="6615116" cy="530294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76185975"/>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6" y="4531056"/>
            <a:ext cx="6209067" cy="1691943"/>
          </a:xfrm>
        </p:spPr>
        <p:txBody>
          <a:bodyPr anchor="b">
            <a:noAutofit/>
          </a:bodyPr>
          <a:lstStyle>
            <a:lvl1pPr>
              <a:defRPr sz="60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5C5D9B6A-47DB-D845-97C7-9775E46E650D}" type="datetime1">
              <a:rPr lang="en-US" smtClean="0"/>
              <a:pPr/>
              <a:t>4/13/2026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34027" y="630937"/>
            <a:ext cx="6209067" cy="3504335"/>
          </a:xfrm>
          <a:blipFill dpi="0" rotWithShape="1">
            <a:blip r:embed="rId2">
              <a:alphaModFix amt="60000"/>
            </a:blip>
            <a:srcRect/>
            <a:stretch>
              <a:fillRect/>
            </a:stretch>
          </a:blipFill>
        </p:spPr>
        <p:txBody>
          <a:bodyPr/>
          <a:lstStyle>
            <a:lvl1pPr marL="0" indent="0">
              <a:buNone/>
              <a:defRPr>
                <a:solidFill>
                  <a:schemeClr val="tx1"/>
                </a:solidFill>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7229479" y="630937"/>
            <a:ext cx="4328485" cy="5592064"/>
          </a:xfrm>
        </p:spPr>
        <p:txBody>
          <a:bodyPr anchor="b">
            <a:normAutofit/>
          </a:bodyPr>
          <a:lstStyle>
            <a:lvl1pPr>
              <a:lnSpc>
                <a:spcPct val="120000"/>
              </a:lnSpc>
              <a:spcAft>
                <a:spcPts val="0"/>
              </a:spcAft>
              <a:defRPr sz="1600" b="0" i="0">
                <a:solidFill>
                  <a:schemeClr val="tx1"/>
                </a:solidFill>
                <a:latin typeface="+mn-lt"/>
              </a:defRPr>
            </a:lvl1pPr>
            <a:lvl2pPr>
              <a:lnSpc>
                <a:spcPct val="120000"/>
              </a:lnSpc>
              <a:spcAft>
                <a:spcPts val="0"/>
              </a:spcAft>
              <a:defRPr sz="1600" b="0" i="0">
                <a:solidFill>
                  <a:schemeClr val="tx1"/>
                </a:solidFill>
                <a:latin typeface="+mn-lt"/>
              </a:defRPr>
            </a:lvl2pPr>
            <a:lvl3pPr>
              <a:lnSpc>
                <a:spcPct val="120000"/>
              </a:lnSpc>
              <a:spcAft>
                <a:spcPts val="0"/>
              </a:spcAft>
              <a:defRPr sz="1600" b="0" i="0">
                <a:solidFill>
                  <a:schemeClr val="tx1"/>
                </a:solidFill>
                <a:latin typeface="+mn-lt"/>
              </a:defRPr>
            </a:lvl3pPr>
            <a:lvl4pPr>
              <a:lnSpc>
                <a:spcPct val="120000"/>
              </a:lnSpc>
              <a:spcAft>
                <a:spcPts val="0"/>
              </a:spcAft>
              <a:defRPr sz="1600" b="0" i="0">
                <a:solidFill>
                  <a:schemeClr val="tx1"/>
                </a:solidFill>
                <a:latin typeface="+mn-lt"/>
              </a:defRPr>
            </a:lvl4pPr>
            <a:lvl5pPr>
              <a:lnSpc>
                <a:spcPct val="120000"/>
              </a:lnSpc>
              <a:spcAft>
                <a:spcPts val="0"/>
              </a:spcAft>
              <a:defRPr sz="1600" b="0" i="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05082133"/>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34015" y="5109526"/>
            <a:ext cx="6209079" cy="1113474"/>
          </a:xfrm>
        </p:spPr>
        <p:txBody>
          <a:bodyPr>
            <a:normAutofit/>
          </a:bodyPr>
          <a:lstStyle>
            <a:lvl1pPr>
              <a:lnSpc>
                <a:spcPct val="120000"/>
              </a:lnSpc>
              <a:defRPr sz="2800" b="0">
                <a:solidFill>
                  <a:schemeClr val="tx1"/>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22" y="1011935"/>
            <a:ext cx="10923942" cy="3716591"/>
          </a:xfrm>
        </p:spPr>
        <p:txBody>
          <a:bodyPr anchor="b">
            <a:noAutofit/>
          </a:bodyPr>
          <a:lstStyle>
            <a:lvl1pPr marL="0" indent="0">
              <a:lnSpc>
                <a:spcPct val="90000"/>
              </a:lnSpc>
              <a:spcBef>
                <a:spcPts val="0"/>
              </a:spcBef>
              <a:buNone/>
              <a:defRPr sz="28000" b="0" i="0">
                <a:solidFill>
                  <a:schemeClr val="tx1"/>
                </a:solidFill>
                <a:latin typeface="+mn-lt"/>
              </a:defRPr>
            </a:lvl1pPr>
          </a:lstStyle>
          <a:p>
            <a:pPr lvl="0"/>
            <a:r>
              <a:rPr lang="en-US" dirty="0"/>
              <a:t>##%</a:t>
            </a:r>
          </a:p>
        </p:txBody>
      </p:sp>
    </p:spTree>
    <p:extLst>
      <p:ext uri="{BB962C8B-B14F-4D97-AF65-F5344CB8AC3E}">
        <p14:creationId xmlns:p14="http://schemas.microsoft.com/office/powerpoint/2010/main" val="56780246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133603" y="5109526"/>
            <a:ext cx="7916856" cy="1113474"/>
          </a:xfrm>
        </p:spPr>
        <p:txBody>
          <a:bodyPr>
            <a:normAutofit/>
          </a:bodyPr>
          <a:lstStyle>
            <a:lvl1pPr algn="ctr">
              <a:lnSpc>
                <a:spcPct val="110000"/>
              </a:lnSpc>
              <a:defRPr sz="2800" b="0">
                <a:solidFill>
                  <a:schemeClr val="bg1"/>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29" y="1011935"/>
            <a:ext cx="10923935" cy="3716591"/>
          </a:xfrm>
        </p:spPr>
        <p:txBody>
          <a:bodyPr anchor="b">
            <a:noAutofit/>
          </a:bodyPr>
          <a:lstStyle>
            <a:lvl1pPr marL="0" indent="0" algn="ctr">
              <a:lnSpc>
                <a:spcPct val="90000"/>
              </a:lnSpc>
              <a:buNone/>
              <a:defRPr sz="28000" b="0" i="0">
                <a:solidFill>
                  <a:schemeClr val="bg1"/>
                </a:solidFill>
                <a:latin typeface="+mn-lt"/>
              </a:defRPr>
            </a:lvl1pPr>
          </a:lstStyle>
          <a:p>
            <a:pPr lvl="0"/>
            <a:r>
              <a:rPr lang="en-US" dirty="0"/>
              <a:t>##%</a:t>
            </a:r>
          </a:p>
        </p:txBody>
      </p:sp>
    </p:spTree>
    <p:extLst>
      <p:ext uri="{BB962C8B-B14F-4D97-AF65-F5344CB8AC3E}">
        <p14:creationId xmlns:p14="http://schemas.microsoft.com/office/powerpoint/2010/main" val="23748766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133603" y="5109526"/>
            <a:ext cx="7916856" cy="1245554"/>
          </a:xfrm>
        </p:spPr>
        <p:txBody>
          <a:bodyPr>
            <a:normAutofit/>
          </a:bodyPr>
          <a:lstStyle>
            <a:lvl1pPr algn="ctr">
              <a:lnSpc>
                <a:spcPct val="110000"/>
              </a:lnSpc>
              <a:defRPr sz="2800" b="0" u="none">
                <a:solidFill>
                  <a:schemeClr val="tx1"/>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29" y="1011936"/>
            <a:ext cx="10923935" cy="3665730"/>
          </a:xfrm>
        </p:spPr>
        <p:txBody>
          <a:bodyPr anchor="t">
            <a:noAutofit/>
          </a:bodyPr>
          <a:lstStyle>
            <a:lvl1pPr marL="0" indent="0" algn="ctr">
              <a:lnSpc>
                <a:spcPct val="90000"/>
              </a:lnSpc>
              <a:buNone/>
              <a:defRPr sz="28000" b="0" i="0" u="sng">
                <a:solidFill>
                  <a:schemeClr val="tx1"/>
                </a:solidFill>
                <a:latin typeface="+mn-lt"/>
              </a:defRPr>
            </a:lvl1pPr>
          </a:lstStyle>
          <a:p>
            <a:pPr lvl="0"/>
            <a:r>
              <a:rPr lang="en-US" dirty="0"/>
              <a:t>##%</a:t>
            </a:r>
          </a:p>
        </p:txBody>
      </p:sp>
    </p:spTree>
    <p:extLst>
      <p:ext uri="{BB962C8B-B14F-4D97-AF65-F5344CB8AC3E}">
        <p14:creationId xmlns:p14="http://schemas.microsoft.com/office/powerpoint/2010/main" val="333540929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8164508" y="1001715"/>
            <a:ext cx="3393455" cy="5221285"/>
          </a:xfrm>
        </p:spPr>
        <p:txBody>
          <a:bodyPr anchor="b">
            <a:normAutofit/>
          </a:bodyPr>
          <a:lstStyle>
            <a:lvl1pPr algn="l">
              <a:lnSpc>
                <a:spcPct val="110000"/>
              </a:lnSpc>
              <a:defRPr sz="2000" b="1" i="0" u="none">
                <a:solidFill>
                  <a:schemeClr val="tx1"/>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29" y="1040964"/>
            <a:ext cx="7144095" cy="5846064"/>
          </a:xfrm>
        </p:spPr>
        <p:txBody>
          <a:bodyPr anchor="b">
            <a:noAutofit/>
          </a:bodyPr>
          <a:lstStyle>
            <a:lvl1pPr marL="0" indent="0" algn="l">
              <a:lnSpc>
                <a:spcPct val="90000"/>
              </a:lnSpc>
              <a:buNone/>
              <a:defRPr sz="28000" b="0" i="0" u="sng">
                <a:solidFill>
                  <a:schemeClr val="tx1"/>
                </a:solidFill>
                <a:latin typeface="+mn-lt"/>
              </a:defRPr>
            </a:lvl1pPr>
          </a:lstStyle>
          <a:p>
            <a:pPr lvl="0"/>
            <a:r>
              <a:rPr lang="en-US" dirty="0"/>
              <a:t>##%</a:t>
            </a:r>
          </a:p>
        </p:txBody>
      </p:sp>
    </p:spTree>
    <p:extLst>
      <p:ext uri="{BB962C8B-B14F-4D97-AF65-F5344CB8AC3E}">
        <p14:creationId xmlns:p14="http://schemas.microsoft.com/office/powerpoint/2010/main" val="214781656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umber Large 5">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8164508" y="1001715"/>
            <a:ext cx="3393455" cy="5221285"/>
          </a:xfrm>
        </p:spPr>
        <p:txBody>
          <a:bodyPr anchor="b">
            <a:normAutofit/>
          </a:bodyPr>
          <a:lstStyle>
            <a:lvl1pPr algn="l">
              <a:lnSpc>
                <a:spcPct val="110000"/>
              </a:lnSpc>
              <a:defRPr sz="2000" b="1" i="0" u="none">
                <a:solidFill>
                  <a:schemeClr val="accent1"/>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29" y="1040964"/>
            <a:ext cx="7144095" cy="5846064"/>
          </a:xfrm>
        </p:spPr>
        <p:txBody>
          <a:bodyPr anchor="b">
            <a:noAutofit/>
          </a:bodyPr>
          <a:lstStyle>
            <a:lvl1pPr marL="0" indent="0" algn="l">
              <a:lnSpc>
                <a:spcPct val="90000"/>
              </a:lnSpc>
              <a:buNone/>
              <a:defRPr sz="28000" b="0" i="0" u="sng">
                <a:solidFill>
                  <a:schemeClr val="accent1"/>
                </a:solidFill>
                <a:latin typeface="+mn-lt"/>
              </a:defRPr>
            </a:lvl1pPr>
          </a:lstStyle>
          <a:p>
            <a:pPr lvl="0"/>
            <a:r>
              <a:rPr lang="en-US" dirty="0"/>
              <a:t>##%</a:t>
            </a:r>
          </a:p>
        </p:txBody>
      </p:sp>
    </p:spTree>
    <p:extLst>
      <p:ext uri="{BB962C8B-B14F-4D97-AF65-F5344CB8AC3E}">
        <p14:creationId xmlns:p14="http://schemas.microsoft.com/office/powerpoint/2010/main" val="2672661957"/>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795663"/>
            <a:ext cx="11579352" cy="1133856"/>
          </a:xfrm>
        </p:spPr>
        <p:txBody>
          <a:bodyPr/>
          <a:lstStyle>
            <a:lvl1pPr>
              <a:defRPr cap="all" baseline="0">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DA2AD571-8A42-FC4D-8DD1-0DD76ABF057B}" type="datetime1">
              <a:rPr lang="en-US" smtClean="0"/>
              <a:pPr/>
              <a:t>4/13/2026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7" y="1001715"/>
            <a:ext cx="8502777" cy="5221286"/>
          </a:xfrm>
        </p:spPr>
        <p:txBody>
          <a:bodyPr anchor="ctr">
            <a:noAutofit/>
          </a:bodyPr>
          <a:lstStyle>
            <a:lvl1pPr marL="0" indent="0">
              <a:lnSpc>
                <a:spcPct val="100000"/>
              </a:lnSpc>
              <a:buNone/>
              <a:defRPr sz="5400" b="1" u="sng">
                <a:solidFill>
                  <a:schemeClr val="bg1"/>
                </a:solidFill>
              </a:defRPr>
            </a:lvl1pPr>
            <a:lvl2pPr marL="228600" indent="0">
              <a:lnSpc>
                <a:spcPct val="100000"/>
              </a:lnSpc>
              <a:buNone/>
              <a:defRPr sz="4800" b="1" u="sng">
                <a:solidFill>
                  <a:schemeClr val="bg1"/>
                </a:solidFill>
              </a:defRPr>
            </a:lvl2pPr>
            <a:lvl3pPr marL="457200" indent="0">
              <a:lnSpc>
                <a:spcPct val="100000"/>
              </a:lnSpc>
              <a:buNone/>
              <a:defRPr sz="4400" b="1" u="sng">
                <a:solidFill>
                  <a:schemeClr val="bg1"/>
                </a:solidFill>
              </a:defRPr>
            </a:lvl3pPr>
            <a:lvl4pPr marL="685800" indent="0">
              <a:lnSpc>
                <a:spcPct val="100000"/>
              </a:lnSpc>
              <a:buNone/>
              <a:defRPr sz="4000" b="1" u="sng">
                <a:solidFill>
                  <a:schemeClr val="bg1"/>
                </a:solidFill>
              </a:defRPr>
            </a:lvl4pPr>
            <a:lvl5pPr marL="914400" indent="0">
              <a:lnSpc>
                <a:spcPct val="100000"/>
              </a:lnSpc>
              <a:buNone/>
              <a:defRPr sz="3600" b="1" u="sng">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489875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700784"/>
            <a:ext cx="11579352" cy="1133856"/>
          </a:xfrm>
        </p:spPr>
        <p:txBody>
          <a:bodyPr/>
          <a:lstStyle>
            <a:lvl1pPr>
              <a:defRPr cap="all" baseline="0">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43F588B4-CB59-614E-93AB-9F331D0D8D83}" type="datetime1">
              <a:rPr lang="en-US" smtClean="0"/>
              <a:pPr/>
              <a:t>4/13/2026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29" y="1764792"/>
            <a:ext cx="8481400" cy="4458208"/>
          </a:xfrm>
        </p:spPr>
        <p:txBody>
          <a:bodyPr anchor="b">
            <a:noAutofit/>
          </a:bodyPr>
          <a:lstStyle>
            <a:lvl1pPr marL="0" indent="0">
              <a:lnSpc>
                <a:spcPct val="100000"/>
              </a:lnSpc>
              <a:buNone/>
              <a:defRPr sz="5000" b="1">
                <a:solidFill>
                  <a:schemeClr val="bg1"/>
                </a:solidFill>
              </a:defRPr>
            </a:lvl1pPr>
            <a:lvl2pPr marL="228600" indent="0">
              <a:lnSpc>
                <a:spcPct val="100000"/>
              </a:lnSpc>
              <a:buNone/>
              <a:defRPr sz="4400" b="1">
                <a:solidFill>
                  <a:schemeClr val="bg1"/>
                </a:solidFill>
              </a:defRPr>
            </a:lvl2pPr>
            <a:lvl3pPr marL="457200" indent="0">
              <a:lnSpc>
                <a:spcPct val="100000"/>
              </a:lnSpc>
              <a:buNone/>
              <a:defRPr sz="4000" b="1">
                <a:solidFill>
                  <a:schemeClr val="bg1"/>
                </a:solidFill>
              </a:defRPr>
            </a:lvl3pPr>
            <a:lvl4pPr marL="685800" indent="0">
              <a:lnSpc>
                <a:spcPct val="100000"/>
              </a:lnSpc>
              <a:buNone/>
              <a:defRPr sz="3600" b="1">
                <a:solidFill>
                  <a:schemeClr val="bg1"/>
                </a:solidFill>
              </a:defRPr>
            </a:lvl4pPr>
            <a:lvl5pPr marL="914400" indent="0">
              <a:lnSpc>
                <a:spcPct val="100000"/>
              </a:lnSpc>
              <a:buNone/>
              <a:defRPr sz="32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295408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891284"/>
            <a:ext cx="11579352" cy="1133856"/>
          </a:xfrm>
        </p:spPr>
        <p:txBody>
          <a:bodyPr/>
          <a:lstStyle>
            <a:lvl1pPr>
              <a:defRPr cap="all" baseline="0">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EA8851A9-1959-C54C-A050-24BB5C598FE4}" type="datetime1">
              <a:rPr lang="en-US" smtClean="0"/>
              <a:pPr/>
              <a:t>4/13/2026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29" y="1011936"/>
            <a:ext cx="8481400" cy="5211064"/>
          </a:xfrm>
        </p:spPr>
        <p:txBody>
          <a:bodyPr anchor="t">
            <a:noAutofit/>
          </a:bodyPr>
          <a:lstStyle>
            <a:lvl1pPr marL="0" indent="0">
              <a:lnSpc>
                <a:spcPct val="100000"/>
              </a:lnSpc>
              <a:buNone/>
              <a:defRPr sz="5000" b="1">
                <a:solidFill>
                  <a:schemeClr val="bg1"/>
                </a:solidFill>
              </a:defRPr>
            </a:lvl1pPr>
            <a:lvl2pPr marL="228600" indent="0">
              <a:lnSpc>
                <a:spcPct val="100000"/>
              </a:lnSpc>
              <a:buNone/>
              <a:defRPr sz="4400" b="1">
                <a:solidFill>
                  <a:schemeClr val="bg1"/>
                </a:solidFill>
              </a:defRPr>
            </a:lvl2pPr>
            <a:lvl3pPr marL="457200" indent="0">
              <a:lnSpc>
                <a:spcPct val="100000"/>
              </a:lnSpc>
              <a:buNone/>
              <a:defRPr sz="4000" b="1">
                <a:solidFill>
                  <a:schemeClr val="bg1"/>
                </a:solidFill>
              </a:defRPr>
            </a:lvl3pPr>
            <a:lvl4pPr marL="685800" indent="0">
              <a:lnSpc>
                <a:spcPct val="100000"/>
              </a:lnSpc>
              <a:buNone/>
              <a:defRPr sz="3600" b="1">
                <a:solidFill>
                  <a:schemeClr val="bg1"/>
                </a:solidFill>
              </a:defRPr>
            </a:lvl4pPr>
            <a:lvl5pPr marL="914400" indent="0">
              <a:lnSpc>
                <a:spcPct val="100000"/>
              </a:lnSpc>
              <a:buNone/>
              <a:defRPr sz="32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2685041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4">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891284"/>
            <a:ext cx="11579352" cy="1133856"/>
          </a:xfrm>
        </p:spPr>
        <p:txBody>
          <a:bodyPr/>
          <a:lstStyle>
            <a:lvl1pPr>
              <a:defRPr cap="all" baseline="0">
                <a:solidFill>
                  <a:schemeClr val="accent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accent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accent1"/>
                </a:solidFill>
              </a:defRPr>
            </a:lvl1pPr>
          </a:lstStyle>
          <a:p>
            <a:fld id="{432BBD40-9FB7-E148-AC1B-3919D230BEB1}" type="datetime1">
              <a:rPr lang="en-US" smtClean="0"/>
              <a:pPr/>
              <a:t>4/13/2026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accent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28" y="1011936"/>
            <a:ext cx="9074511" cy="5211064"/>
          </a:xfrm>
        </p:spPr>
        <p:txBody>
          <a:bodyPr anchor="b">
            <a:noAutofit/>
          </a:bodyPr>
          <a:lstStyle>
            <a:lvl1pPr marL="0" indent="0">
              <a:lnSpc>
                <a:spcPct val="100000"/>
              </a:lnSpc>
              <a:buNone/>
              <a:defRPr sz="6000" b="1" i="0" u="sng">
                <a:solidFill>
                  <a:schemeClr val="accent1"/>
                </a:solidFill>
                <a:latin typeface="+mj-lt"/>
              </a:defRPr>
            </a:lvl1pPr>
            <a:lvl2pPr marL="228600" indent="0">
              <a:lnSpc>
                <a:spcPct val="100000"/>
              </a:lnSpc>
              <a:buNone/>
              <a:defRPr sz="4400" b="1" i="0">
                <a:solidFill>
                  <a:schemeClr val="accent1"/>
                </a:solidFill>
                <a:latin typeface="+mj-lt"/>
              </a:defRPr>
            </a:lvl2pPr>
            <a:lvl3pPr marL="457200" indent="0">
              <a:lnSpc>
                <a:spcPct val="100000"/>
              </a:lnSpc>
              <a:buNone/>
              <a:defRPr sz="4000" b="1" i="0">
                <a:solidFill>
                  <a:schemeClr val="accent1"/>
                </a:solidFill>
                <a:latin typeface="+mj-lt"/>
              </a:defRPr>
            </a:lvl3pPr>
            <a:lvl4pPr marL="685800" indent="0">
              <a:lnSpc>
                <a:spcPct val="100000"/>
              </a:lnSpc>
              <a:buNone/>
              <a:defRPr sz="3600" b="1" i="0">
                <a:solidFill>
                  <a:schemeClr val="accent1"/>
                </a:solidFill>
                <a:latin typeface="+mj-lt"/>
              </a:defRPr>
            </a:lvl4pPr>
            <a:lvl5pPr marL="914400" indent="0">
              <a:lnSpc>
                <a:spcPct val="100000"/>
              </a:lnSpc>
              <a:buNone/>
              <a:defRPr sz="3200" b="1" i="0">
                <a:solidFill>
                  <a:schemeClr val="accent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804305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577005" y="5475284"/>
            <a:ext cx="9037984" cy="747715"/>
          </a:xfrm>
        </p:spPr>
        <p:txBody>
          <a:bodyPr anchor="ctr">
            <a:normAutofit/>
          </a:bodyPr>
          <a:lstStyle>
            <a:lvl1pPr>
              <a:lnSpc>
                <a:spcPct val="120000"/>
              </a:lnSpc>
              <a:defRPr sz="2000" u="none">
                <a:solidFill>
                  <a:schemeClr val="bg1"/>
                </a:solidFill>
                <a:latin typeface="+mj-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6B7B831F-0525-DF47-A6D2-509FE238C6D0}" type="datetime1">
              <a:rPr lang="en-US" smtClean="0"/>
              <a:pPr/>
              <a:t>4/13/2026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77004" y="1005779"/>
            <a:ext cx="9037985" cy="4103745"/>
          </a:xfrm>
        </p:spPr>
        <p:txBody>
          <a:bodyPr anchor="ctr">
            <a:normAutofit/>
          </a:bodyPr>
          <a:lstStyle>
            <a:lvl1pPr marL="164592" indent="-164592">
              <a:lnSpc>
                <a:spcPct val="100000"/>
              </a:lnSpc>
              <a:spcBef>
                <a:spcPts val="0"/>
              </a:spcBef>
              <a:buNone/>
              <a:defRPr sz="6000">
                <a:solidFill>
                  <a:schemeClr val="bg1"/>
                </a:solidFill>
                <a:latin typeface="+mj-lt"/>
              </a:defRPr>
            </a:lvl1pPr>
          </a:lstStyle>
          <a:p>
            <a:pPr lvl="0"/>
            <a:r>
              <a:rPr lang="en-US" dirty="0"/>
              <a:t>Click to add Quote</a:t>
            </a:r>
          </a:p>
        </p:txBody>
      </p:sp>
    </p:spTree>
    <p:extLst>
      <p:ext uri="{BB962C8B-B14F-4D97-AF65-F5344CB8AC3E}">
        <p14:creationId xmlns:p14="http://schemas.microsoft.com/office/powerpoint/2010/main" val="306903786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569066" y="5475285"/>
            <a:ext cx="9045923" cy="747715"/>
          </a:xfrm>
        </p:spPr>
        <p:txBody>
          <a:bodyPr anchor="ctr">
            <a:normAutofit/>
          </a:bodyPr>
          <a:lstStyle>
            <a:lvl1pPr>
              <a:lnSpc>
                <a:spcPct val="120000"/>
              </a:lnSpc>
              <a:defRPr sz="2000" u="none">
                <a:solidFill>
                  <a:schemeClr val="tx1"/>
                </a:solidFill>
                <a:latin typeface="+mj-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543EBDBC-CFAC-9946-A2F3-D6402690E4D2}" type="datetime1">
              <a:rPr lang="en-US" smtClean="0"/>
              <a:pPr/>
              <a:t>4/13/2026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69066" y="1001715"/>
            <a:ext cx="9053874" cy="4107810"/>
          </a:xfrm>
        </p:spPr>
        <p:txBody>
          <a:bodyPr anchor="b">
            <a:normAutofit/>
          </a:bodyPr>
          <a:lstStyle>
            <a:lvl1pPr marL="164592" indent="-164592">
              <a:lnSpc>
                <a:spcPct val="100000"/>
              </a:lnSpc>
              <a:spcBef>
                <a:spcPts val="0"/>
              </a:spcBef>
              <a:buNone/>
              <a:defRPr sz="6000">
                <a:solidFill>
                  <a:schemeClr val="tx1"/>
                </a:solidFill>
                <a:latin typeface="+mj-lt"/>
              </a:defRPr>
            </a:lvl1pPr>
          </a:lstStyle>
          <a:p>
            <a:pPr lvl="0"/>
            <a:r>
              <a:rPr lang="en-US" dirty="0"/>
              <a:t>Click to add Quote</a:t>
            </a:r>
          </a:p>
        </p:txBody>
      </p:sp>
    </p:spTree>
    <p:extLst>
      <p:ext uri="{BB962C8B-B14F-4D97-AF65-F5344CB8AC3E}">
        <p14:creationId xmlns:p14="http://schemas.microsoft.com/office/powerpoint/2010/main" val="633403001"/>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28" y="5475285"/>
            <a:ext cx="9074512" cy="747715"/>
          </a:xfrm>
        </p:spPr>
        <p:txBody>
          <a:bodyPr anchor="ctr">
            <a:normAutofit/>
          </a:bodyPr>
          <a:lstStyle>
            <a:lvl1pPr>
              <a:lnSpc>
                <a:spcPct val="120000"/>
              </a:lnSpc>
              <a:defRPr sz="2000" u="none">
                <a:solidFill>
                  <a:schemeClr val="bg1"/>
                </a:solidFill>
                <a:latin typeface="+mj-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F542C378-8FD2-C449-B7AA-6F7022066293}" type="datetime1">
              <a:rPr lang="en-US" smtClean="0"/>
              <a:pPr/>
              <a:t>4/13/2026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8" y="1011936"/>
            <a:ext cx="9037985" cy="3716590"/>
          </a:xfrm>
        </p:spPr>
        <p:txBody>
          <a:bodyPr anchor="ctr">
            <a:normAutofit/>
          </a:bodyPr>
          <a:lstStyle>
            <a:lvl1pPr marL="164592" indent="-164592">
              <a:lnSpc>
                <a:spcPct val="100000"/>
              </a:lnSpc>
              <a:spcBef>
                <a:spcPts val="0"/>
              </a:spcBef>
              <a:buNone/>
              <a:defRPr sz="6000">
                <a:solidFill>
                  <a:schemeClr val="bg1"/>
                </a:solidFill>
                <a:latin typeface="+mj-lt"/>
              </a:defRPr>
            </a:lvl1pPr>
          </a:lstStyle>
          <a:p>
            <a:pPr lvl="0"/>
            <a:r>
              <a:rPr lang="en-US" dirty="0"/>
              <a:t>Click to add Quote</a:t>
            </a:r>
          </a:p>
        </p:txBody>
      </p:sp>
    </p:spTree>
    <p:extLst>
      <p:ext uri="{BB962C8B-B14F-4D97-AF65-F5344CB8AC3E}">
        <p14:creationId xmlns:p14="http://schemas.microsoft.com/office/powerpoint/2010/main" val="181588254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30" y="640203"/>
            <a:ext cx="10923934" cy="1099006"/>
          </a:xfrm>
        </p:spPr>
        <p:txBody>
          <a:bodyPr anchor="t">
            <a:normAutofit/>
          </a:bodyPr>
          <a:lstStyle>
            <a:lvl1pPr>
              <a:lnSpc>
                <a:spcPct val="120000"/>
              </a:lnSpc>
              <a:defRPr sz="2000" u="none">
                <a:solidFill>
                  <a:schemeClr val="tx1"/>
                </a:solidFill>
                <a:latin typeface="+mj-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55AA9746-49E3-1D49-A044-597FC2272B5D}" type="datetime1">
              <a:rPr lang="en-US" smtClean="0"/>
              <a:pPr/>
              <a:t>4/13/2026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9" y="2120209"/>
            <a:ext cx="10923935" cy="4102791"/>
          </a:xfrm>
        </p:spPr>
        <p:txBody>
          <a:bodyPr anchor="b">
            <a:normAutofit/>
          </a:bodyPr>
          <a:lstStyle>
            <a:lvl1pPr marL="164592" indent="-164592">
              <a:lnSpc>
                <a:spcPct val="100000"/>
              </a:lnSpc>
              <a:spcBef>
                <a:spcPts val="0"/>
              </a:spcBef>
              <a:buNone/>
              <a:defRPr sz="6000" b="0" i="0">
                <a:solidFill>
                  <a:schemeClr val="tx1"/>
                </a:solidFill>
                <a:latin typeface="+mn-lt"/>
              </a:defRPr>
            </a:lvl1pPr>
          </a:lstStyle>
          <a:p>
            <a:pPr lvl="0"/>
            <a:r>
              <a:rPr lang="en-US" dirty="0"/>
              <a:t>Click to add Quote</a:t>
            </a:r>
          </a:p>
        </p:txBody>
      </p:sp>
    </p:spTree>
    <p:extLst>
      <p:ext uri="{BB962C8B-B14F-4D97-AF65-F5344CB8AC3E}">
        <p14:creationId xmlns:p14="http://schemas.microsoft.com/office/powerpoint/2010/main" val="3647606217"/>
      </p:ext>
    </p:extLst>
  </p:cSld>
  <p:clrMapOvr>
    <a:overrideClrMapping bg1="dk1" tx1="lt1" bg2="dk2" tx2="lt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5">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30" y="1001715"/>
            <a:ext cx="10923934" cy="747715"/>
          </a:xfrm>
        </p:spPr>
        <p:txBody>
          <a:bodyPr anchor="t">
            <a:normAutofit/>
          </a:bodyPr>
          <a:lstStyle>
            <a:lvl1pPr>
              <a:lnSpc>
                <a:spcPct val="120000"/>
              </a:lnSpc>
              <a:defRPr sz="2000" u="none">
                <a:solidFill>
                  <a:schemeClr val="accent1"/>
                </a:solidFill>
                <a:latin typeface="+mj-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accent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accent1"/>
                </a:solidFill>
              </a:defRPr>
            </a:lvl1pPr>
          </a:lstStyle>
          <a:p>
            <a:fld id="{55AA9746-49E3-1D49-A044-597FC2272B5D}" type="datetime1">
              <a:rPr lang="en-US" smtClean="0"/>
              <a:pPr/>
              <a:t>4/13/2026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accent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9" y="2120209"/>
            <a:ext cx="10923935" cy="4102791"/>
          </a:xfrm>
        </p:spPr>
        <p:txBody>
          <a:bodyPr anchor="b">
            <a:normAutofit/>
          </a:bodyPr>
          <a:lstStyle>
            <a:lvl1pPr marL="164592" indent="-164592">
              <a:lnSpc>
                <a:spcPct val="100000"/>
              </a:lnSpc>
              <a:spcBef>
                <a:spcPts val="0"/>
              </a:spcBef>
              <a:buNone/>
              <a:defRPr sz="6000" b="0" i="0">
                <a:solidFill>
                  <a:schemeClr val="accent1"/>
                </a:solidFill>
                <a:latin typeface="+mn-lt"/>
              </a:defRPr>
            </a:lvl1pPr>
          </a:lstStyle>
          <a:p>
            <a:pPr lvl="0"/>
            <a:r>
              <a:rPr lang="en-US" dirty="0"/>
              <a:t>Click to add Quote</a:t>
            </a:r>
          </a:p>
        </p:txBody>
      </p:sp>
    </p:spTree>
    <p:extLst>
      <p:ext uri="{BB962C8B-B14F-4D97-AF65-F5344CB8AC3E}">
        <p14:creationId xmlns:p14="http://schemas.microsoft.com/office/powerpoint/2010/main" val="2587229458"/>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774" y="1010613"/>
            <a:ext cx="10945189" cy="746759"/>
          </a:xfrm>
        </p:spPr>
        <p:txBody>
          <a:bodyPr/>
          <a:lstStyle>
            <a:lvl1pPr>
              <a:defRPr cap="all" baseline="0">
                <a:solidFill>
                  <a:schemeClr val="bg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defRPr>
            </a:lvl1pPr>
          </a:lstStyle>
          <a:p>
            <a:fld id="{CB7BE2A0-CBC1-A842-B334-0B3B571BCC28}" type="datetime1">
              <a:rPr lang="en-US" smtClean="0"/>
              <a:pPr/>
              <a:t>4/13/2026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34028" y="2129474"/>
            <a:ext cx="5271473" cy="40935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283941" y="2129475"/>
            <a:ext cx="5274021" cy="409352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9374277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34028" y="1010614"/>
            <a:ext cx="10923934" cy="746760"/>
          </a:xfrm>
        </p:spPr>
        <p:txBody>
          <a:bodyPr/>
          <a:lstStyle>
            <a:lvl1pPr>
              <a:defRPr cap="all" baseline="0">
                <a:solidFill>
                  <a:schemeClr val="bg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bg1"/>
                </a:solidFill>
              </a:defRPr>
            </a:lvl1pPr>
          </a:lstStyle>
          <a:p>
            <a:fld id="{354D687F-3261-A345-B9E7-76DD0579BB9D}" type="datetime1">
              <a:rPr lang="en-US" smtClean="0"/>
              <a:pPr/>
              <a:t>4/13/2026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34028" y="2120575"/>
            <a:ext cx="5271474" cy="375613"/>
          </a:xfrm>
        </p:spPr>
        <p:txBody>
          <a:bodyPr anchor="b">
            <a:normAutofit/>
          </a:bodyPr>
          <a:lstStyle>
            <a:lvl1pPr marL="0" indent="0">
              <a:lnSpc>
                <a:spcPct val="90000"/>
              </a:lnSpc>
              <a:buNone/>
              <a:defRPr sz="2000" b="1" cap="all"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3940" y="2120575"/>
            <a:ext cx="5274023" cy="375614"/>
          </a:xfrm>
        </p:spPr>
        <p:txBody>
          <a:bodyPr anchor="b">
            <a:normAutofit/>
          </a:bodyPr>
          <a:lstStyle>
            <a:lvl1pPr marL="0" indent="0">
              <a:lnSpc>
                <a:spcPct val="90000"/>
              </a:lnSpc>
              <a:buNone/>
              <a:defRPr sz="2000" b="1" cap="all"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34028" y="2877190"/>
            <a:ext cx="5266092" cy="334581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286500" y="2877190"/>
            <a:ext cx="5271464" cy="334581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462334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34029" y="1011936"/>
            <a:ext cx="10923935" cy="1865254"/>
          </a:xfrm>
        </p:spPr>
        <p:txBody>
          <a:bodyPr/>
          <a:lstStyle>
            <a:lvl1pPr>
              <a:defRPr cap="all" baseline="0">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bg1"/>
                </a:solidFill>
              </a:defRPr>
            </a:lvl1pPr>
          </a:lstStyle>
          <a:p>
            <a:fld id="{25C9DF99-DDC2-894B-B2EC-BE93B405C6CB}" type="datetime1">
              <a:rPr lang="en-US" smtClean="0"/>
              <a:pPr/>
              <a:t>4/13/2026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92758173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bg1"/>
                </a:solidFill>
              </a:defRPr>
            </a:lvl1pPr>
          </a:lstStyle>
          <a:p>
            <a:fld id="{C7E1AAE6-D11F-2F46-A437-EC693200CDD7}" type="datetime1">
              <a:rPr lang="en-US" smtClean="0"/>
              <a:pPr/>
              <a:t>4/13/2026</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5033077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34029" y="996695"/>
            <a:ext cx="3763961" cy="1314426"/>
          </a:xfrm>
        </p:spPr>
        <p:txBody>
          <a:bodyPr anchor="t">
            <a:normAutofit/>
          </a:bodyPr>
          <a:lstStyle>
            <a:lvl1pPr>
              <a:defRPr sz="28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lvl1pPr>
              <a:defRPr>
                <a:solidFill>
                  <a:schemeClr val="tx1"/>
                </a:solidFill>
              </a:defRPr>
            </a:lvl1pPr>
          </a:lstStyle>
          <a:p>
            <a:fld id="{3D95903C-EDC1-ED4F-958F-696903391605}" type="datetime1">
              <a:rPr lang="en-US" smtClean="0"/>
              <a:pPr/>
              <a:t>4/13/2026</a:t>
            </a:fld>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34028" y="2495234"/>
            <a:ext cx="3763961" cy="3727766"/>
          </a:xfrm>
        </p:spPr>
        <p:txBody>
          <a:bodyPr anchor="t">
            <a:normAutofit/>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70474" y="1005779"/>
            <a:ext cx="6604492" cy="5217221"/>
          </a:xfrm>
        </p:spPr>
        <p:txBody>
          <a:bodyPr>
            <a:normAutofit/>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5055492"/>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30936"/>
            <a:ext cx="3793283" cy="2246253"/>
          </a:xfrm>
        </p:spPr>
        <p:txBody>
          <a:bodyPr anchor="t">
            <a:normAutofit/>
          </a:bodyPr>
          <a:lstStyle>
            <a:lvl1pPr>
              <a:defRPr sz="2800" cap="all" baseline="0">
                <a:solidFill>
                  <a:schemeClr val="bg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lvl1pPr>
              <a:defRPr>
                <a:solidFill>
                  <a:schemeClr val="bg1"/>
                </a:solidFill>
              </a:defRPr>
            </a:lvl1pPr>
          </a:lstStyle>
          <a:p>
            <a:fld id="{B0DC713B-25C9-B74A-9BBC-A695A5E98312}" type="datetime1">
              <a:rPr lang="en-US" smtClean="0"/>
              <a:pPr/>
              <a:t>4/13/2026</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34021" y="3242949"/>
            <a:ext cx="3763969" cy="3017826"/>
          </a:xfrm>
        </p:spPr>
        <p:txBody>
          <a:bodyPr anchor="b"/>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4962523" y="630937"/>
            <a:ext cx="6616830" cy="5592064"/>
          </a:xfrm>
          <a:blipFill dpi="0" rotWithShape="1">
            <a:blip r:embed="rId2">
              <a:alphaModFix amt="60000"/>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132649805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8" y="982085"/>
            <a:ext cx="7538425" cy="1895105"/>
          </a:xfrm>
        </p:spPr>
        <p:txBody>
          <a:bodyPr anchor="b">
            <a:no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1D5279E-0E3B-B54D-9B59-E121D9B3AFDB}" type="datetime1">
              <a:rPr lang="en-US" smtClean="0"/>
              <a:pPr/>
              <a:t>4/13/2026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34028" y="3242949"/>
            <a:ext cx="10923935" cy="2980051"/>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22394673"/>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381760"/>
            <a:ext cx="8481400" cy="1852292"/>
          </a:xfrm>
        </p:spPr>
        <p:txBody>
          <a:bodyPr anchor="b">
            <a:no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4C9E747C-1B1C-1345-96BA-B9E64C23A7BC}" type="datetime1">
              <a:rPr lang="en-US" smtClean="0"/>
              <a:pPr/>
              <a:t>4/13/2026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34029" y="3614097"/>
            <a:ext cx="8481400" cy="1861187"/>
          </a:xfrm>
        </p:spPr>
        <p:txBody>
          <a:bodyPr>
            <a:noAutofit/>
          </a:bodyPr>
          <a:lstStyle>
            <a:lvl1pPr marL="0" indent="0">
              <a:buNone/>
              <a:defRPr sz="2400">
                <a:solidFill>
                  <a:schemeClr val="tx1"/>
                </a:solidFill>
              </a:defRPr>
            </a:lvl1pPr>
            <a:lvl2pPr marL="228600" indent="0">
              <a:buNone/>
              <a:defRPr sz="2000">
                <a:solidFill>
                  <a:schemeClr val="tx1"/>
                </a:solidFill>
              </a:defRPr>
            </a:lvl2pPr>
            <a:lvl3pPr marL="457200" indent="0">
              <a:buNone/>
              <a:defRPr sz="1800">
                <a:solidFill>
                  <a:schemeClr val="tx1"/>
                </a:solidFill>
              </a:defRPr>
            </a:lvl3pPr>
            <a:lvl4pPr marL="685800" indent="0">
              <a:buNone/>
              <a:defRPr sz="16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32122885"/>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nclusion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381760"/>
            <a:ext cx="7731038" cy="3346766"/>
          </a:xfrm>
        </p:spPr>
        <p:txBody>
          <a:bodyPr anchor="b">
            <a:noAutofit/>
          </a:bodyPr>
          <a:lstStyle>
            <a:lvl1pPr>
              <a:defRPr sz="6000" cap="all" baseline="0">
                <a:solidFill>
                  <a:schemeClr val="accent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accent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accent1"/>
                </a:solidFill>
              </a:defRPr>
            </a:lvl1pPr>
          </a:lstStyle>
          <a:p>
            <a:fld id="{09DA23C4-A9FB-DB4A-B7DD-A0A5161EF3E0}" type="datetime1">
              <a:rPr lang="en-US" smtClean="0"/>
              <a:pPr/>
              <a:t>4/13/2026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accent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34029" y="5109526"/>
            <a:ext cx="6595450" cy="1113474"/>
          </a:xfrm>
        </p:spPr>
        <p:txBody>
          <a:bodyPr>
            <a:noAutofit/>
          </a:bodyPr>
          <a:lstStyle>
            <a:lvl1pPr marL="0" indent="0">
              <a:buNone/>
              <a:defRPr sz="2000" b="1" i="0">
                <a:solidFill>
                  <a:schemeClr val="accent1"/>
                </a:solidFill>
                <a:latin typeface="+mj-lt"/>
              </a:defRPr>
            </a:lvl1pPr>
            <a:lvl2pPr marL="228600" indent="0">
              <a:buNone/>
              <a:defRPr sz="2000" b="1" i="0">
                <a:solidFill>
                  <a:schemeClr val="accent1"/>
                </a:solidFill>
                <a:latin typeface="+mj-lt"/>
              </a:defRPr>
            </a:lvl2pPr>
            <a:lvl3pPr marL="457200" indent="0">
              <a:buNone/>
              <a:defRPr sz="2000" b="1" i="0">
                <a:solidFill>
                  <a:schemeClr val="accent1"/>
                </a:solidFill>
                <a:latin typeface="+mj-lt"/>
              </a:defRPr>
            </a:lvl3pPr>
            <a:lvl4pPr marL="685800" indent="0">
              <a:buNone/>
              <a:defRPr sz="2000" b="1" i="0">
                <a:solidFill>
                  <a:schemeClr val="accent1"/>
                </a:solidFill>
                <a:latin typeface="+mj-lt"/>
              </a:defRPr>
            </a:lvl4pPr>
            <a:lvl5pPr marL="914400" indent="0">
              <a:buNone/>
              <a:defRPr sz="2000" b="1" i="0">
                <a:solidFill>
                  <a:schemeClr val="accent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46027884"/>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34029" y="1001714"/>
            <a:ext cx="10923935" cy="1494476"/>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708540" y="0"/>
            <a:ext cx="914400" cy="630936"/>
          </a:xfrm>
          <a:prstGeom prst="rect">
            <a:avLst/>
          </a:prstGeom>
        </p:spPr>
        <p:txBody>
          <a:bodyPr vert="horz" lIns="91440" tIns="45720" rIns="91440" bIns="45720" rtlCol="0" anchor="ctr"/>
          <a:lstStyle>
            <a:lvl1pPr algn="r">
              <a:defRPr sz="900">
                <a:solidFill>
                  <a:schemeClr val="bg1"/>
                </a:solidFill>
                <a:latin typeface="+mj-lt"/>
              </a:defRPr>
            </a:lvl1pPr>
          </a:lstStyle>
          <a:p>
            <a:fld id="{D90E5A07-4FDA-D34C-BE60-17876FEEBAA5}" type="datetime1">
              <a:rPr lang="en-US" smtClean="0"/>
              <a:pPr/>
              <a:t>4/13/2026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34029" y="0"/>
            <a:ext cx="3657600" cy="630936"/>
          </a:xfrm>
          <a:prstGeom prst="rect">
            <a:avLst/>
          </a:prstGeom>
        </p:spPr>
        <p:txBody>
          <a:bodyPr vert="horz" lIns="91440" tIns="45720" rIns="91440" bIns="45720" rtlCol="0" anchor="ctr"/>
          <a:lstStyle>
            <a:lvl1pPr algn="l">
              <a:defRPr sz="900">
                <a:solidFill>
                  <a:schemeClr val="bg1"/>
                </a:solidFill>
                <a:latin typeface="+mj-lt"/>
              </a:defRPr>
            </a:lvl1pPr>
          </a:lstStyle>
          <a:p>
            <a:r>
              <a:rPr lang="en-US" dirty="0"/>
              <a:t>SHAPING THE FUTURE OF OUR INDUSTRY</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09324" y="0"/>
            <a:ext cx="548640" cy="630936"/>
          </a:xfrm>
          <a:prstGeom prst="rect">
            <a:avLst/>
          </a:prstGeom>
        </p:spPr>
        <p:txBody>
          <a:bodyPr vert="horz" lIns="91440" tIns="45720" rIns="91440" bIns="45720" rtlCol="0" anchor="ctr"/>
          <a:lstStyle>
            <a:lvl1pPr algn="r">
              <a:defRPr sz="900" b="1" i="0">
                <a:solidFill>
                  <a:schemeClr val="bg1"/>
                </a:solidFill>
                <a:latin typeface="+mj-lt"/>
              </a:defRPr>
            </a:lvl1pPr>
          </a:lstStyle>
          <a:p>
            <a:fld id="{CC057153-B650-4DEB-B370-79DDCFDCE934}" type="slidenum">
              <a:rPr lang="en-US" smtClean="0"/>
              <a:pPr/>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34029" y="2877190"/>
            <a:ext cx="10923935" cy="334581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09973695"/>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9" r:id="rId5"/>
    <p:sldLayoutId id="2147483780" r:id="rId6"/>
    <p:sldLayoutId id="2147483781" r:id="rId7"/>
    <p:sldLayoutId id="2147483782" r:id="rId8"/>
    <p:sldLayoutId id="2147483832" r:id="rId9"/>
    <p:sldLayoutId id="2147483783" r:id="rId10"/>
    <p:sldLayoutId id="2147483833" r:id="rId11"/>
    <p:sldLayoutId id="2147483784" r:id="rId12"/>
    <p:sldLayoutId id="2147483785" r:id="rId13"/>
    <p:sldLayoutId id="2147483786" r:id="rId14"/>
    <p:sldLayoutId id="2147483787" r:id="rId15"/>
    <p:sldLayoutId id="2147483788" r:id="rId16"/>
    <p:sldLayoutId id="2147483789" r:id="rId17"/>
    <p:sldLayoutId id="2147483790" r:id="rId18"/>
    <p:sldLayoutId id="2147483791" r:id="rId19"/>
    <p:sldLayoutId id="2147483792" r:id="rId20"/>
    <p:sldLayoutId id="2147483793" r:id="rId21"/>
    <p:sldLayoutId id="2147483794" r:id="rId22"/>
    <p:sldLayoutId id="2147483795" r:id="rId23"/>
    <p:sldLayoutId id="2147483796" r:id="rId24"/>
    <p:sldLayoutId id="2147483797" r:id="rId25"/>
    <p:sldLayoutId id="2147483798" r:id="rId26"/>
    <p:sldLayoutId id="2147483799" r:id="rId27"/>
    <p:sldLayoutId id="2147483800" r:id="rId28"/>
    <p:sldLayoutId id="2147483801" r:id="rId29"/>
    <p:sldLayoutId id="2147483802" r:id="rId30"/>
    <p:sldLayoutId id="2147483803" r:id="rId31"/>
    <p:sldLayoutId id="2147483804" r:id="rId32"/>
    <p:sldLayoutId id="2147483805" r:id="rId33"/>
    <p:sldLayoutId id="2147483806" r:id="rId34"/>
    <p:sldLayoutId id="2147483807" r:id="rId35"/>
    <p:sldLayoutId id="2147483808" r:id="rId36"/>
    <p:sldLayoutId id="2147483809" r:id="rId37"/>
    <p:sldLayoutId id="2147483810" r:id="rId38"/>
    <p:sldLayoutId id="2147483811" r:id="rId39"/>
    <p:sldLayoutId id="2147483812" r:id="rId40"/>
    <p:sldLayoutId id="2147483813" r:id="rId41"/>
    <p:sldLayoutId id="2147483814" r:id="rId42"/>
    <p:sldLayoutId id="2147483834" r:id="rId43"/>
    <p:sldLayoutId id="2147483815" r:id="rId44"/>
    <p:sldLayoutId id="2147483816" r:id="rId45"/>
    <p:sldLayoutId id="2147483817" r:id="rId46"/>
    <p:sldLayoutId id="2147483818" r:id="rId47"/>
    <p:sldLayoutId id="2147483819" r:id="rId48"/>
    <p:sldLayoutId id="2147483820" r:id="rId49"/>
    <p:sldLayoutId id="2147483821" r:id="rId50"/>
    <p:sldLayoutId id="2147483822" r:id="rId51"/>
    <p:sldLayoutId id="2147483835" r:id="rId52"/>
    <p:sldLayoutId id="2147483823" r:id="rId53"/>
    <p:sldLayoutId id="2147483824" r:id="rId54"/>
    <p:sldLayoutId id="2147483825" r:id="rId55"/>
    <p:sldLayoutId id="2147483826" r:id="rId56"/>
    <p:sldLayoutId id="2147483827" r:id="rId57"/>
    <p:sldLayoutId id="2147483828" r:id="rId58"/>
    <p:sldLayoutId id="2147483829" r:id="rId59"/>
    <p:sldLayoutId id="2147483830" r:id="rId60"/>
    <p:sldLayoutId id="2147483831" r:id="rId61"/>
  </p:sldLayoutIdLst>
  <p:hf sldNum="0" hdr="0" ftr="0" dt="0"/>
  <p:txStyles>
    <p:titleStyle>
      <a:lvl1pPr algn="l" defTabSz="914400" rtl="0" eaLnBrk="1" latinLnBrk="0" hangingPunct="1">
        <a:lnSpc>
          <a:spcPct val="90000"/>
        </a:lnSpc>
        <a:spcBef>
          <a:spcPct val="0"/>
        </a:spcBef>
        <a:buNone/>
        <a:defRPr sz="6000" b="1" u="sng"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bg1"/>
          </a:solidFill>
          <a:latin typeface="+mn-lt"/>
          <a:ea typeface="+mn-ea"/>
          <a:cs typeface="+mn-cs"/>
        </a:defRPr>
      </a:lvl1pPr>
      <a:lvl2pPr marL="457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2pPr>
      <a:lvl3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mn-lt"/>
          <a:ea typeface="+mn-ea"/>
          <a:cs typeface="+mn-cs"/>
        </a:defRPr>
      </a:lvl3pPr>
      <a:lvl4pPr marL="914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bg1"/>
          </a:solidFill>
          <a:latin typeface="+mn-lt"/>
          <a:ea typeface="+mn-ea"/>
          <a:cs typeface="+mn-cs"/>
        </a:defRPr>
      </a:lvl4pPr>
      <a:lvl5pPr marL="1143000" indent="-228600" algn="l" defTabSz="914400" rtl="0" eaLnBrk="1" latinLnBrk="0" hangingPunct="1">
        <a:lnSpc>
          <a:spcPct val="90000"/>
        </a:lnSpc>
        <a:spcBef>
          <a:spcPts val="500"/>
        </a:spcBef>
        <a:buFont typeface="Arial" panose="020B0604020202020204" pitchFamily="34" charset="0"/>
        <a:buChar char="•"/>
        <a:defRPr sz="12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2608C23-AAC7-24F5-F2C0-159F3F981C2A}"/>
              </a:ext>
            </a:extLst>
          </p:cNvPr>
          <p:cNvSpPr>
            <a:spLocks noGrp="1"/>
          </p:cNvSpPr>
          <p:nvPr>
            <p:ph type="ctrTitle"/>
          </p:nvPr>
        </p:nvSpPr>
        <p:spPr>
          <a:xfrm>
            <a:off x="634029" y="634999"/>
            <a:ext cx="7152035" cy="5588001"/>
          </a:xfrm>
        </p:spPr>
        <p:txBody>
          <a:bodyPr/>
          <a:lstStyle/>
          <a:p>
            <a:r>
              <a:rPr lang="en-US" dirty="0"/>
              <a:t>Campus</a:t>
            </a:r>
            <a:br>
              <a:rPr lang="en-US" dirty="0"/>
            </a:br>
            <a:r>
              <a:rPr lang="en-US" dirty="0"/>
              <a:t>Sidewalk</a:t>
            </a:r>
            <a:br>
              <a:rPr lang="en-US" dirty="0"/>
            </a:br>
            <a:r>
              <a:rPr lang="en-US" dirty="0"/>
              <a:t>Optimization</a:t>
            </a:r>
          </a:p>
        </p:txBody>
      </p:sp>
      <p:sp>
        <p:nvSpPr>
          <p:cNvPr id="6" name="Subtitle 5">
            <a:extLst>
              <a:ext uri="{FF2B5EF4-FFF2-40B4-BE49-F238E27FC236}">
                <a16:creationId xmlns:a16="http://schemas.microsoft.com/office/drawing/2014/main" id="{BDE37C8C-B9EB-77D8-9402-9E66A29BE49B}"/>
              </a:ext>
            </a:extLst>
          </p:cNvPr>
          <p:cNvSpPr>
            <a:spLocks noGrp="1"/>
          </p:cNvSpPr>
          <p:nvPr>
            <p:ph type="subTitle" idx="1"/>
          </p:nvPr>
        </p:nvSpPr>
        <p:spPr>
          <a:xfrm>
            <a:off x="8172448" y="634999"/>
            <a:ext cx="3385516" cy="1494477"/>
          </a:xfrm>
        </p:spPr>
        <p:txBody>
          <a:bodyPr/>
          <a:lstStyle/>
          <a:p>
            <a:r>
              <a:rPr lang="en-US" dirty="0"/>
              <a:t>Presented by Davis Wing</a:t>
            </a:r>
          </a:p>
          <a:p>
            <a:r>
              <a:rPr lang="en-US" dirty="0"/>
              <a:t>and Alex Williams</a:t>
            </a:r>
          </a:p>
        </p:txBody>
      </p:sp>
    </p:spTree>
    <p:extLst>
      <p:ext uri="{BB962C8B-B14F-4D97-AF65-F5344CB8AC3E}">
        <p14:creationId xmlns:p14="http://schemas.microsoft.com/office/powerpoint/2010/main" val="396911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C7084-C959-6935-0D99-455326A78F99}"/>
              </a:ext>
            </a:extLst>
          </p:cNvPr>
          <p:cNvSpPr>
            <a:spLocks noGrp="1"/>
          </p:cNvSpPr>
          <p:nvPr>
            <p:ph type="ctrTitle"/>
          </p:nvPr>
        </p:nvSpPr>
        <p:spPr>
          <a:xfrm>
            <a:off x="634028" y="1748474"/>
            <a:ext cx="7538425" cy="4474526"/>
          </a:xfrm>
        </p:spPr>
        <p:txBody>
          <a:bodyPr/>
          <a:lstStyle/>
          <a:p>
            <a:r>
              <a:rPr lang="en-US" dirty="0"/>
              <a:t>The Problem</a:t>
            </a:r>
          </a:p>
        </p:txBody>
      </p:sp>
      <p:pic>
        <p:nvPicPr>
          <p:cNvPr id="6" name="Picture 5">
            <a:extLst>
              <a:ext uri="{FF2B5EF4-FFF2-40B4-BE49-F238E27FC236}">
                <a16:creationId xmlns:a16="http://schemas.microsoft.com/office/drawing/2014/main" id="{D5D5493E-B5E3-5D84-8E08-0D983A0965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4200" y="635000"/>
            <a:ext cx="5694073" cy="4068785"/>
          </a:xfrm>
          <a:prstGeom prst="rect">
            <a:avLst/>
          </a:prstGeom>
        </p:spPr>
      </p:pic>
      <p:sp>
        <p:nvSpPr>
          <p:cNvPr id="7" name="TextBox 6">
            <a:extLst>
              <a:ext uri="{FF2B5EF4-FFF2-40B4-BE49-F238E27FC236}">
                <a16:creationId xmlns:a16="http://schemas.microsoft.com/office/drawing/2014/main" id="{2A41DE0C-C842-E47B-479D-C0D651502907}"/>
              </a:ext>
            </a:extLst>
          </p:cNvPr>
          <p:cNvSpPr txBox="1"/>
          <p:nvPr/>
        </p:nvSpPr>
        <p:spPr>
          <a:xfrm>
            <a:off x="7842631" y="5579934"/>
            <a:ext cx="3515642" cy="369332"/>
          </a:xfrm>
          <a:prstGeom prst="rect">
            <a:avLst/>
          </a:prstGeom>
          <a:noFill/>
        </p:spPr>
        <p:txBody>
          <a:bodyPr wrap="none" rtlCol="0">
            <a:spAutoFit/>
          </a:bodyPr>
          <a:lstStyle/>
          <a:p>
            <a:r>
              <a:rPr lang="en-US" dirty="0">
                <a:solidFill>
                  <a:schemeClr val="bg1">
                    <a:lumMod val="50000"/>
                    <a:lumOff val="50000"/>
                  </a:schemeClr>
                </a:solidFill>
              </a:rPr>
              <a:t>from up here it doesn’t look so bad</a:t>
            </a:r>
          </a:p>
        </p:txBody>
      </p:sp>
    </p:spTree>
    <p:extLst>
      <p:ext uri="{BB962C8B-B14F-4D97-AF65-F5344CB8AC3E}">
        <p14:creationId xmlns:p14="http://schemas.microsoft.com/office/powerpoint/2010/main" val="1751885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15B29-4E45-6F70-804F-B315516D26F4}"/>
              </a:ext>
            </a:extLst>
          </p:cNvPr>
          <p:cNvSpPr>
            <a:spLocks noGrp="1"/>
          </p:cNvSpPr>
          <p:nvPr>
            <p:ph type="title"/>
          </p:nvPr>
        </p:nvSpPr>
        <p:spPr/>
        <p:txBody>
          <a:bodyPr/>
          <a:lstStyle/>
          <a:p>
            <a:r>
              <a:rPr lang="en-US" dirty="0"/>
              <a:t>Southern Campus</a:t>
            </a:r>
          </a:p>
        </p:txBody>
      </p:sp>
      <p:pic>
        <p:nvPicPr>
          <p:cNvPr id="19" name="Picture 18">
            <a:extLst>
              <a:ext uri="{FF2B5EF4-FFF2-40B4-BE49-F238E27FC236}">
                <a16:creationId xmlns:a16="http://schemas.microsoft.com/office/drawing/2014/main" id="{55C2BEB6-4D88-68F2-531F-550EDAE7EA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026" y="191632"/>
            <a:ext cx="5247304" cy="3877458"/>
          </a:xfrm>
          <a:prstGeom prst="rect">
            <a:avLst/>
          </a:prstGeom>
        </p:spPr>
      </p:pic>
      <p:sp>
        <p:nvSpPr>
          <p:cNvPr id="22" name="TextBox 21">
            <a:extLst>
              <a:ext uri="{FF2B5EF4-FFF2-40B4-BE49-F238E27FC236}">
                <a16:creationId xmlns:a16="http://schemas.microsoft.com/office/drawing/2014/main" id="{B0EC3E79-10B4-3DE0-3F41-417537574DC7}"/>
              </a:ext>
            </a:extLst>
          </p:cNvPr>
          <p:cNvSpPr txBox="1"/>
          <p:nvPr/>
        </p:nvSpPr>
        <p:spPr>
          <a:xfrm>
            <a:off x="6843093" y="447286"/>
            <a:ext cx="4583417" cy="4858189"/>
          </a:xfrm>
          <a:prstGeom prst="rect">
            <a:avLst/>
          </a:prstGeom>
          <a:noFill/>
        </p:spPr>
        <p:txBody>
          <a:bodyPr wrap="square" rtlCol="0">
            <a:spAutoFit/>
          </a:bodyPr>
          <a:lstStyle/>
          <a:p>
            <a:pPr>
              <a:lnSpc>
                <a:spcPct val="150000"/>
              </a:lnSpc>
            </a:pPr>
            <a:r>
              <a:rPr lang="en-US" sz="1600" b="1" dirty="0">
                <a:latin typeface="+mj-lt"/>
              </a:rPr>
              <a:t>Southern Campus Sidewalks</a:t>
            </a:r>
            <a:br>
              <a:rPr lang="en-US" sz="1600" b="1" dirty="0"/>
            </a:br>
            <a:r>
              <a:rPr lang="en-US" sz="1600" dirty="0"/>
              <a:t>They can be a mess. Especially to engineering students who want to travel in the straightest of lines.</a:t>
            </a:r>
          </a:p>
          <a:p>
            <a:pPr>
              <a:lnSpc>
                <a:spcPct val="150000"/>
              </a:lnSpc>
            </a:pPr>
            <a:endParaRPr lang="en-US" sz="1600" b="1" dirty="0"/>
          </a:p>
          <a:p>
            <a:pPr>
              <a:lnSpc>
                <a:spcPct val="150000"/>
              </a:lnSpc>
            </a:pPr>
            <a:br>
              <a:rPr lang="en-US" sz="1600" b="1" dirty="0"/>
            </a:br>
            <a:r>
              <a:rPr lang="en-US" sz="1600" b="1" dirty="0">
                <a:latin typeface="+mj-lt"/>
              </a:rPr>
              <a:t>Goals</a:t>
            </a:r>
          </a:p>
          <a:p>
            <a:pPr marL="285750" indent="-285750">
              <a:lnSpc>
                <a:spcPct val="150000"/>
              </a:lnSpc>
              <a:buFont typeface="Arial" panose="020B0604020202020204" pitchFamily="34" charset="0"/>
              <a:buChar char="•"/>
            </a:pPr>
            <a:r>
              <a:rPr lang="en-US" sz="1600" dirty="0"/>
              <a:t>Connect all destinations to one another (this one is non-negotiable)</a:t>
            </a:r>
          </a:p>
          <a:p>
            <a:pPr marL="285750" indent="-285750">
              <a:lnSpc>
                <a:spcPct val="150000"/>
              </a:lnSpc>
              <a:buFont typeface="Arial" panose="020B0604020202020204" pitchFamily="34" charset="0"/>
              <a:buChar char="•"/>
            </a:pPr>
            <a:endParaRPr lang="en-US" sz="1600" dirty="0"/>
          </a:p>
          <a:p>
            <a:pPr marL="285750" indent="-285750">
              <a:lnSpc>
                <a:spcPct val="150000"/>
              </a:lnSpc>
              <a:buFont typeface="Arial" panose="020B0604020202020204" pitchFamily="34" charset="0"/>
              <a:buChar char="•"/>
            </a:pPr>
            <a:r>
              <a:rPr lang="en-US" sz="1600" dirty="0"/>
              <a:t>Minimize the amount of sidewalk used to do so</a:t>
            </a:r>
          </a:p>
          <a:p>
            <a:pPr marL="285750" indent="-285750">
              <a:lnSpc>
                <a:spcPct val="150000"/>
              </a:lnSpc>
              <a:buFont typeface="Arial" panose="020B0604020202020204" pitchFamily="34" charset="0"/>
              <a:buChar char="•"/>
            </a:pPr>
            <a:endParaRPr lang="en-US" sz="1600" dirty="0"/>
          </a:p>
          <a:p>
            <a:pPr marL="285750" indent="-285750">
              <a:lnSpc>
                <a:spcPct val="150000"/>
              </a:lnSpc>
              <a:buFont typeface="Arial" panose="020B0604020202020204" pitchFamily="34" charset="0"/>
              <a:buChar char="•"/>
            </a:pPr>
            <a:r>
              <a:rPr lang="en-US" sz="1600" dirty="0"/>
              <a:t>Maximize path usage (minimize desire paths)</a:t>
            </a:r>
          </a:p>
        </p:txBody>
      </p:sp>
    </p:spTree>
    <p:extLst>
      <p:ext uri="{BB962C8B-B14F-4D97-AF65-F5344CB8AC3E}">
        <p14:creationId xmlns:p14="http://schemas.microsoft.com/office/powerpoint/2010/main" val="1910891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68A6B-2B66-0072-E325-FD283A9BA9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92CF1E-A3EE-6307-6C97-4717DFAD5F5A}"/>
              </a:ext>
            </a:extLst>
          </p:cNvPr>
          <p:cNvSpPr>
            <a:spLocks noGrp="1"/>
          </p:cNvSpPr>
          <p:nvPr>
            <p:ph type="title"/>
          </p:nvPr>
        </p:nvSpPr>
        <p:spPr/>
        <p:txBody>
          <a:bodyPr/>
          <a:lstStyle/>
          <a:p>
            <a:r>
              <a:rPr lang="en-US" dirty="0">
                <a:effectLst/>
              </a:rPr>
              <a:t>Modeling and Definitions</a:t>
            </a:r>
            <a:endParaRPr lang="en-US" dirty="0"/>
          </a:p>
        </p:txBody>
      </p:sp>
      <p:sp>
        <p:nvSpPr>
          <p:cNvPr id="17" name="TextBox 16">
            <a:extLst>
              <a:ext uri="{FF2B5EF4-FFF2-40B4-BE49-F238E27FC236}">
                <a16:creationId xmlns:a16="http://schemas.microsoft.com/office/drawing/2014/main" id="{8C51A7F8-21A8-2479-826E-03E247FCC422}"/>
              </a:ext>
            </a:extLst>
          </p:cNvPr>
          <p:cNvSpPr txBox="1"/>
          <p:nvPr/>
        </p:nvSpPr>
        <p:spPr>
          <a:xfrm>
            <a:off x="6843093" y="635001"/>
            <a:ext cx="4273550" cy="5596853"/>
          </a:xfrm>
          <a:prstGeom prst="rect">
            <a:avLst/>
          </a:prstGeom>
          <a:noFill/>
        </p:spPr>
        <p:txBody>
          <a:bodyPr wrap="square" rtlCol="0">
            <a:spAutoFit/>
          </a:bodyPr>
          <a:lstStyle/>
          <a:p>
            <a:pPr>
              <a:lnSpc>
                <a:spcPct val="150000"/>
              </a:lnSpc>
            </a:pPr>
            <a:r>
              <a:rPr lang="en-US" sz="1600" b="1" dirty="0">
                <a:latin typeface="+mj-lt"/>
              </a:rPr>
              <a:t>Finite Grid Baseline</a:t>
            </a:r>
          </a:p>
          <a:p>
            <a:pPr>
              <a:lnSpc>
                <a:spcPct val="150000"/>
              </a:lnSpc>
            </a:pPr>
            <a:r>
              <a:rPr lang="en-US" sz="1600" dirty="0"/>
              <a:t>To start, we defined an integer grid for the locations of buildings, points, and paths. This grid could be upscaled to any desired resolution, and all coordinates would still be accurate.</a:t>
            </a:r>
          </a:p>
          <a:p>
            <a:pPr>
              <a:lnSpc>
                <a:spcPct val="150000"/>
              </a:lnSpc>
            </a:pPr>
            <a:endParaRPr lang="en-US" sz="1600" dirty="0"/>
          </a:p>
          <a:p>
            <a:pPr>
              <a:lnSpc>
                <a:spcPct val="150000"/>
              </a:lnSpc>
            </a:pPr>
            <a:r>
              <a:rPr lang="en-US" sz="1600" b="1" dirty="0">
                <a:latin typeface="+mj-lt"/>
              </a:rPr>
              <a:t>Network </a:t>
            </a:r>
          </a:p>
          <a:p>
            <a:pPr>
              <a:lnSpc>
                <a:spcPct val="150000"/>
              </a:lnSpc>
            </a:pPr>
            <a:r>
              <a:rPr lang="en-US" sz="1600" dirty="0"/>
              <a:t>Our network is built from the points on the grid, and encodes connections between doors of the same building, as well as connections between doors of different buildings.</a:t>
            </a:r>
          </a:p>
          <a:p>
            <a:pPr>
              <a:lnSpc>
                <a:spcPct val="150000"/>
              </a:lnSpc>
            </a:pPr>
            <a:r>
              <a:rPr lang="en-US" sz="1600" dirty="0"/>
              <a:t>The network class also allows for the addition of other points and paths, as the optimizer adds and removes them.</a:t>
            </a:r>
          </a:p>
        </p:txBody>
      </p:sp>
      <p:pic>
        <p:nvPicPr>
          <p:cNvPr id="19" name="Picture 18">
            <a:extLst>
              <a:ext uri="{FF2B5EF4-FFF2-40B4-BE49-F238E27FC236}">
                <a16:creationId xmlns:a16="http://schemas.microsoft.com/office/drawing/2014/main" id="{2A03174D-C9F3-3FF1-8199-C6D7FA51AA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9480" y="316626"/>
            <a:ext cx="4966669" cy="4020636"/>
          </a:xfrm>
          <a:prstGeom prst="rect">
            <a:avLst/>
          </a:prstGeom>
        </p:spPr>
      </p:pic>
    </p:spTree>
    <p:extLst>
      <p:ext uri="{BB962C8B-B14F-4D97-AF65-F5344CB8AC3E}">
        <p14:creationId xmlns:p14="http://schemas.microsoft.com/office/powerpoint/2010/main" val="3866257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B631E-A822-D37A-2B47-BA03657DF0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8F0F54-0703-0F08-BBAB-172EE377A8CE}"/>
              </a:ext>
            </a:extLst>
          </p:cNvPr>
          <p:cNvSpPr>
            <a:spLocks noGrp="1"/>
          </p:cNvSpPr>
          <p:nvPr>
            <p:ph type="title"/>
          </p:nvPr>
        </p:nvSpPr>
        <p:spPr/>
        <p:txBody>
          <a:bodyPr/>
          <a:lstStyle/>
          <a:p>
            <a:r>
              <a:rPr lang="en-US" dirty="0">
                <a:effectLst/>
              </a:rPr>
              <a:t>Modeling and Definitions</a:t>
            </a:r>
            <a:endParaRPr lang="en-US" dirty="0"/>
          </a:p>
        </p:txBody>
      </p:sp>
      <p:sp>
        <p:nvSpPr>
          <p:cNvPr id="17" name="TextBox 16">
            <a:extLst>
              <a:ext uri="{FF2B5EF4-FFF2-40B4-BE49-F238E27FC236}">
                <a16:creationId xmlns:a16="http://schemas.microsoft.com/office/drawing/2014/main" id="{50B6FBBF-D514-CD45-8C27-4630D8737948}"/>
              </a:ext>
            </a:extLst>
          </p:cNvPr>
          <p:cNvSpPr txBox="1"/>
          <p:nvPr/>
        </p:nvSpPr>
        <p:spPr>
          <a:xfrm>
            <a:off x="6843093" y="635001"/>
            <a:ext cx="4273550" cy="3750194"/>
          </a:xfrm>
          <a:prstGeom prst="rect">
            <a:avLst/>
          </a:prstGeom>
          <a:noFill/>
        </p:spPr>
        <p:txBody>
          <a:bodyPr wrap="square" rtlCol="0">
            <a:spAutoFit/>
          </a:bodyPr>
          <a:lstStyle/>
          <a:p>
            <a:pPr>
              <a:lnSpc>
                <a:spcPct val="150000"/>
              </a:lnSpc>
            </a:pPr>
            <a:r>
              <a:rPr lang="en-US" sz="1600" b="1" dirty="0">
                <a:latin typeface="+mj-lt"/>
              </a:rPr>
              <a:t>Algorithms</a:t>
            </a:r>
          </a:p>
          <a:p>
            <a:pPr>
              <a:lnSpc>
                <a:spcPct val="150000"/>
              </a:lnSpc>
            </a:pPr>
            <a:r>
              <a:rPr lang="en-US" sz="1600" dirty="0"/>
              <a:t>Once paths are laid out in the network, the shortest route between destinations is found with Dijkstra’s algorithm.</a:t>
            </a:r>
          </a:p>
          <a:p>
            <a:pPr>
              <a:lnSpc>
                <a:spcPct val="150000"/>
              </a:lnSpc>
            </a:pPr>
            <a:r>
              <a:rPr lang="en-US" sz="1600" b="1" dirty="0">
                <a:latin typeface="+mj-lt"/>
              </a:rPr>
              <a:t>Evaluation and Assumptions</a:t>
            </a:r>
          </a:p>
          <a:p>
            <a:pPr>
              <a:lnSpc>
                <a:spcPct val="150000"/>
              </a:lnSpc>
            </a:pPr>
            <a:r>
              <a:rPr lang="en-US" sz="1600" dirty="0"/>
              <a:t>The network of paths does not attempt to be aesthetic or model the broader flow of campus traffic in any way.</a:t>
            </a:r>
          </a:p>
          <a:p>
            <a:pPr>
              <a:lnSpc>
                <a:spcPct val="150000"/>
              </a:lnSpc>
            </a:pPr>
            <a:r>
              <a:rPr lang="en-US" sz="1600" dirty="0"/>
              <a:t>Every pair of destinations has the same traffic volume as any other</a:t>
            </a:r>
          </a:p>
        </p:txBody>
      </p:sp>
      <p:pic>
        <p:nvPicPr>
          <p:cNvPr id="19" name="Picture 18">
            <a:extLst>
              <a:ext uri="{FF2B5EF4-FFF2-40B4-BE49-F238E27FC236}">
                <a16:creationId xmlns:a16="http://schemas.microsoft.com/office/drawing/2014/main" id="{5EE5681A-3EC4-DD0E-ADA2-5191A775E1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9480" y="316626"/>
            <a:ext cx="4966669" cy="4020636"/>
          </a:xfrm>
          <a:prstGeom prst="rect">
            <a:avLst/>
          </a:prstGeom>
        </p:spPr>
      </p:pic>
    </p:spTree>
    <p:extLst>
      <p:ext uri="{BB962C8B-B14F-4D97-AF65-F5344CB8AC3E}">
        <p14:creationId xmlns:p14="http://schemas.microsoft.com/office/powerpoint/2010/main" val="3070743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712D6-E344-E187-5224-97253D087E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3D4C96-2C0F-DD9E-2562-CF911D9D6E48}"/>
              </a:ext>
            </a:extLst>
          </p:cNvPr>
          <p:cNvSpPr>
            <a:spLocks noGrp="1"/>
          </p:cNvSpPr>
          <p:nvPr>
            <p:ph type="ctrTitle"/>
          </p:nvPr>
        </p:nvSpPr>
        <p:spPr>
          <a:xfrm>
            <a:off x="634028" y="1748474"/>
            <a:ext cx="7538425" cy="4474526"/>
          </a:xfrm>
        </p:spPr>
        <p:txBody>
          <a:bodyPr/>
          <a:lstStyle/>
          <a:p>
            <a:r>
              <a:rPr lang="en-US" dirty="0"/>
              <a:t>optimization</a:t>
            </a:r>
          </a:p>
        </p:txBody>
      </p:sp>
      <p:pic>
        <p:nvPicPr>
          <p:cNvPr id="4" name="Picture 3">
            <a:extLst>
              <a:ext uri="{FF2B5EF4-FFF2-40B4-BE49-F238E27FC236}">
                <a16:creationId xmlns:a16="http://schemas.microsoft.com/office/drawing/2014/main" id="{F4D79FEF-9A4B-98A7-E49D-CCCBA78BD1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2587" y="635000"/>
            <a:ext cx="5498324" cy="4123743"/>
          </a:xfrm>
          <a:prstGeom prst="rect">
            <a:avLst/>
          </a:prstGeom>
        </p:spPr>
      </p:pic>
      <p:sp>
        <p:nvSpPr>
          <p:cNvPr id="5" name="TextBox 4">
            <a:extLst>
              <a:ext uri="{FF2B5EF4-FFF2-40B4-BE49-F238E27FC236}">
                <a16:creationId xmlns:a16="http://schemas.microsoft.com/office/drawing/2014/main" id="{ADE36DFB-7547-3C2B-003A-7EA6322BED08}"/>
              </a:ext>
            </a:extLst>
          </p:cNvPr>
          <p:cNvSpPr txBox="1"/>
          <p:nvPr/>
        </p:nvSpPr>
        <p:spPr>
          <a:xfrm>
            <a:off x="7512190" y="5502885"/>
            <a:ext cx="3758721" cy="369332"/>
          </a:xfrm>
          <a:prstGeom prst="rect">
            <a:avLst/>
          </a:prstGeom>
          <a:noFill/>
        </p:spPr>
        <p:txBody>
          <a:bodyPr wrap="none" rtlCol="0">
            <a:spAutoFit/>
          </a:bodyPr>
          <a:lstStyle/>
          <a:p>
            <a:r>
              <a:rPr lang="en-US" dirty="0">
                <a:solidFill>
                  <a:schemeClr val="bg1">
                    <a:lumMod val="50000"/>
                    <a:lumOff val="50000"/>
                  </a:schemeClr>
                </a:solidFill>
              </a:rPr>
              <a:t>ours was more complicated than this</a:t>
            </a:r>
          </a:p>
        </p:txBody>
      </p:sp>
    </p:spTree>
    <p:extLst>
      <p:ext uri="{BB962C8B-B14F-4D97-AF65-F5344CB8AC3E}">
        <p14:creationId xmlns:p14="http://schemas.microsoft.com/office/powerpoint/2010/main" val="1307513459"/>
      </p:ext>
    </p:extLst>
  </p:cSld>
  <p:clrMapOvr>
    <a:masterClrMapping/>
  </p:clrMapOvr>
  <mc:AlternateContent xmlns:mc="http://schemas.openxmlformats.org/markup-compatibility/2006" xmlns:p14="http://schemas.microsoft.com/office/powerpoint/2010/main">
    <mc:Choice Requires="p14">
      <p:transition spd="slow" p14:dur="2000" advTm="811"/>
    </mc:Choice>
    <mc:Fallback xmlns="">
      <p:transition spd="slow" advTm="811"/>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AFB6C-9A50-EF92-8D6B-198D76EF0B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431BCD-47E3-265B-5A88-244626B75BCC}"/>
              </a:ext>
            </a:extLst>
          </p:cNvPr>
          <p:cNvSpPr>
            <a:spLocks noGrp="1"/>
          </p:cNvSpPr>
          <p:nvPr>
            <p:ph type="title"/>
          </p:nvPr>
        </p:nvSpPr>
        <p:spPr/>
        <p:txBody>
          <a:bodyPr/>
          <a:lstStyle/>
          <a:p>
            <a:r>
              <a:rPr lang="en-US" dirty="0">
                <a:effectLst/>
              </a:rPr>
              <a:t>Simulated Annealing</a:t>
            </a:r>
            <a:endParaRPr lang="en-US" dirty="0"/>
          </a:p>
        </p:txBody>
      </p:sp>
      <p:sp>
        <p:nvSpPr>
          <p:cNvPr id="4" name="Content Placeholder 3">
            <a:extLst>
              <a:ext uri="{FF2B5EF4-FFF2-40B4-BE49-F238E27FC236}">
                <a16:creationId xmlns:a16="http://schemas.microsoft.com/office/drawing/2014/main" id="{53FC0537-BBC3-7FD9-8EA2-EC654A7FC88A}"/>
              </a:ext>
            </a:extLst>
          </p:cNvPr>
          <p:cNvSpPr>
            <a:spLocks noGrp="1"/>
          </p:cNvSpPr>
          <p:nvPr>
            <p:ph sz="quarter" idx="14"/>
          </p:nvPr>
        </p:nvSpPr>
        <p:spPr>
          <a:xfrm>
            <a:off x="6843093" y="635001"/>
            <a:ext cx="4328485" cy="4953001"/>
          </a:xfrm>
        </p:spPr>
        <p:txBody>
          <a:bodyPr anchor="t" anchorCtr="0">
            <a:noAutofit/>
          </a:bodyPr>
          <a:lstStyle/>
          <a:p>
            <a:pPr marL="0" indent="0">
              <a:spcBef>
                <a:spcPts val="1200"/>
              </a:spcBef>
              <a:spcAft>
                <a:spcPts val="1200"/>
              </a:spcAft>
              <a:buNone/>
            </a:pPr>
            <a:r>
              <a:rPr lang="en-US" b="1" dirty="0">
                <a:latin typeface="+mj-lt"/>
              </a:rPr>
              <a:t>Annealing Definition</a:t>
            </a:r>
            <a:br>
              <a:rPr lang="en-US" dirty="0"/>
            </a:br>
            <a:r>
              <a:rPr lang="en-US" dirty="0"/>
              <a:t>To use simulated annealing on this project, we had to redefine the loss function to fit our project specification.</a:t>
            </a:r>
          </a:p>
          <a:p>
            <a:pPr marL="0" indent="0">
              <a:spcBef>
                <a:spcPts val="1200"/>
              </a:spcBef>
              <a:spcAft>
                <a:spcPts val="1200"/>
              </a:spcAft>
              <a:buNone/>
            </a:pPr>
            <a:r>
              <a:rPr lang="en-US" b="1" dirty="0">
                <a:latin typeface="+mj-lt"/>
              </a:rPr>
              <a:t>Loss</a:t>
            </a:r>
            <a:br>
              <a:rPr lang="en-US" dirty="0"/>
            </a:br>
            <a:r>
              <a:rPr lang="en-US" dirty="0"/>
              <a:t>For the updated loss function, we wanted to reduce distances while also reducing pavement. We took the sum length of all routes between destinations as our primary objective, and the total amount of paved pathway used to do so as our secondary objective.</a:t>
            </a:r>
          </a:p>
          <a:p>
            <a:pPr marL="0" indent="0">
              <a:spcBef>
                <a:spcPts val="1200"/>
              </a:spcBef>
              <a:spcAft>
                <a:spcPts val="1200"/>
              </a:spcAft>
              <a:buNone/>
            </a:pPr>
            <a:r>
              <a:rPr lang="en-US" dirty="0"/>
              <a:t>We balanced these two objectives with a simple weighted sum (i.e. 1.5x more sensitive to time than paving cost).</a:t>
            </a:r>
            <a:br>
              <a:rPr lang="en-US" dirty="0"/>
            </a:br>
            <a:endParaRPr lang="en-US" dirty="0"/>
          </a:p>
        </p:txBody>
      </p:sp>
      <p:pic>
        <p:nvPicPr>
          <p:cNvPr id="6" name="Picture 5" descr="GitHub - jedrazb/python-tsp-simulated-annealing: Visualisation of Simulated Annealing algorithm ...">
            <a:extLst>
              <a:ext uri="{FF2B5EF4-FFF2-40B4-BE49-F238E27FC236}">
                <a16:creationId xmlns:a16="http://schemas.microsoft.com/office/drawing/2014/main" id="{0E76EA8E-49CB-40F3-0987-CAD09A3DA77C}"/>
              </a:ext>
            </a:extLst>
          </p:cNvPr>
          <p:cNvPicPr>
            <a:picLocks noChangeAspect="1"/>
          </p:cNvPicPr>
          <p:nvPr/>
        </p:nvPicPr>
        <p:blipFill>
          <a:blip r:embed="rId2"/>
          <a:stretch>
            <a:fillRect/>
          </a:stretch>
        </p:blipFill>
        <p:spPr>
          <a:xfrm>
            <a:off x="1020422" y="344579"/>
            <a:ext cx="4984314" cy="3738236"/>
          </a:xfrm>
          <a:prstGeom prst="rect">
            <a:avLst/>
          </a:prstGeom>
        </p:spPr>
      </p:pic>
      <p:sp>
        <p:nvSpPr>
          <p:cNvPr id="7" name="TextBox 6">
            <a:extLst>
              <a:ext uri="{FF2B5EF4-FFF2-40B4-BE49-F238E27FC236}">
                <a16:creationId xmlns:a16="http://schemas.microsoft.com/office/drawing/2014/main" id="{01635B64-5682-B5C8-BB10-67EA604EB30C}"/>
              </a:ext>
            </a:extLst>
          </p:cNvPr>
          <p:cNvSpPr txBox="1"/>
          <p:nvPr/>
        </p:nvSpPr>
        <p:spPr>
          <a:xfrm>
            <a:off x="1020422" y="4082815"/>
            <a:ext cx="2447923" cy="246221"/>
          </a:xfrm>
          <a:prstGeom prst="rect">
            <a:avLst/>
          </a:prstGeom>
          <a:noFill/>
        </p:spPr>
        <p:txBody>
          <a:bodyPr wrap="square" rtlCol="0">
            <a:spAutoFit/>
          </a:bodyPr>
          <a:lstStyle/>
          <a:p>
            <a:r>
              <a:rPr lang="en-US" sz="1000" dirty="0">
                <a:solidFill>
                  <a:schemeClr val="bg1"/>
                </a:solidFill>
              </a:rPr>
              <a:t>credit </a:t>
            </a:r>
            <a:r>
              <a:rPr lang="en-US" sz="1000" dirty="0" err="1">
                <a:solidFill>
                  <a:schemeClr val="bg1"/>
                </a:solidFill>
              </a:rPr>
              <a:t>jedrazb</a:t>
            </a:r>
            <a:r>
              <a:rPr lang="en-US" sz="1000" dirty="0">
                <a:solidFill>
                  <a:schemeClr val="bg1"/>
                </a:solidFill>
              </a:rPr>
              <a:t> on </a:t>
            </a:r>
            <a:r>
              <a:rPr lang="en-US" sz="1000" dirty="0" err="1">
                <a:solidFill>
                  <a:schemeClr val="bg1"/>
                </a:solidFill>
              </a:rPr>
              <a:t>github</a:t>
            </a:r>
            <a:endParaRPr lang="en-US" sz="1000" dirty="0">
              <a:solidFill>
                <a:schemeClr val="bg1"/>
              </a:solidFill>
            </a:endParaRPr>
          </a:p>
        </p:txBody>
      </p:sp>
    </p:spTree>
    <p:extLst>
      <p:ext uri="{BB962C8B-B14F-4D97-AF65-F5344CB8AC3E}">
        <p14:creationId xmlns:p14="http://schemas.microsoft.com/office/powerpoint/2010/main" val="1560678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16F3B-EA1F-9BE7-7351-58CA3356E6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8CF1F2-53E3-94DA-DCDC-3B916B300B1B}"/>
              </a:ext>
            </a:extLst>
          </p:cNvPr>
          <p:cNvSpPr>
            <a:spLocks noGrp="1"/>
          </p:cNvSpPr>
          <p:nvPr>
            <p:ph type="title"/>
          </p:nvPr>
        </p:nvSpPr>
        <p:spPr/>
        <p:txBody>
          <a:bodyPr/>
          <a:lstStyle/>
          <a:p>
            <a:r>
              <a:rPr lang="en-US" dirty="0">
                <a:effectLst/>
              </a:rPr>
              <a:t>Simulated Annealing</a:t>
            </a:r>
            <a:endParaRPr lang="en-US" dirty="0"/>
          </a:p>
        </p:txBody>
      </p:sp>
      <p:sp>
        <p:nvSpPr>
          <p:cNvPr id="4" name="Content Placeholder 3">
            <a:extLst>
              <a:ext uri="{FF2B5EF4-FFF2-40B4-BE49-F238E27FC236}">
                <a16:creationId xmlns:a16="http://schemas.microsoft.com/office/drawing/2014/main" id="{3B96DC51-CF6A-566D-B308-528CE1B7B7F8}"/>
              </a:ext>
            </a:extLst>
          </p:cNvPr>
          <p:cNvSpPr>
            <a:spLocks noGrp="1"/>
          </p:cNvSpPr>
          <p:nvPr>
            <p:ph sz="quarter" idx="14"/>
          </p:nvPr>
        </p:nvSpPr>
        <p:spPr>
          <a:xfrm>
            <a:off x="6843093" y="630935"/>
            <a:ext cx="4671681" cy="5592064"/>
          </a:xfrm>
        </p:spPr>
        <p:txBody>
          <a:bodyPr anchor="t" anchorCtr="0">
            <a:normAutofit/>
          </a:bodyPr>
          <a:lstStyle/>
          <a:p>
            <a:pPr marL="0" indent="0">
              <a:spcBef>
                <a:spcPts val="1200"/>
              </a:spcBef>
              <a:spcAft>
                <a:spcPts val="1200"/>
              </a:spcAft>
              <a:buNone/>
            </a:pPr>
            <a:r>
              <a:rPr lang="en-US" b="1" dirty="0">
                <a:latin typeface="+mj-lt"/>
              </a:rPr>
              <a:t>Annealing Definition</a:t>
            </a:r>
            <a:br>
              <a:rPr lang="en-US" dirty="0"/>
            </a:br>
            <a:r>
              <a:rPr lang="en-US" dirty="0"/>
              <a:t>We also had to redefine the definition of a “neighbor” for our simulated annealing.</a:t>
            </a:r>
          </a:p>
          <a:p>
            <a:pPr marL="0" indent="0">
              <a:spcBef>
                <a:spcPts val="1200"/>
              </a:spcBef>
              <a:spcAft>
                <a:spcPts val="1200"/>
              </a:spcAft>
              <a:buNone/>
            </a:pPr>
            <a:r>
              <a:rPr lang="en-US" b="1" dirty="0">
                <a:latin typeface="+mj-lt"/>
              </a:rPr>
              <a:t>Adding/Removing Paths</a:t>
            </a:r>
            <a:br>
              <a:rPr lang="en-US" dirty="0"/>
            </a:br>
            <a:r>
              <a:rPr lang="en-US" dirty="0"/>
              <a:t>To get a “neighboring” network for connecting campus, we allowed the optimizer to add or remove any connection between two points, so long as they had line of sight.</a:t>
            </a:r>
            <a:br>
              <a:rPr lang="en-US" dirty="0"/>
            </a:br>
            <a:br>
              <a:rPr lang="en-US" dirty="0"/>
            </a:br>
            <a:r>
              <a:rPr lang="en-US" b="1" dirty="0">
                <a:latin typeface="+mj-lt"/>
              </a:rPr>
              <a:t>Nodes</a:t>
            </a:r>
            <a:br>
              <a:rPr lang="en-US" dirty="0">
                <a:solidFill>
                  <a:srgbClr val="FFFFFF"/>
                </a:solidFill>
                <a:cs typeface="Segoe UI"/>
              </a:rPr>
            </a:br>
            <a:r>
              <a:rPr lang="en-US" dirty="0">
                <a:solidFill>
                  <a:srgbClr val="FFFFFF"/>
                </a:solidFill>
                <a:cs typeface="Segoe UI"/>
              </a:rPr>
              <a:t>The optimizer could also, at random points on the grid, add a “node” which connected to two random nodes or doors in its vicinity. These nodes allowed for the optimizer to, at random, discover means of reducing redundant paths. The optimizer could also randomly move nodes around, potentially finding better placements.</a:t>
            </a:r>
          </a:p>
        </p:txBody>
      </p:sp>
      <p:pic>
        <p:nvPicPr>
          <p:cNvPr id="10" name="Picture 9">
            <a:extLst>
              <a:ext uri="{FF2B5EF4-FFF2-40B4-BE49-F238E27FC236}">
                <a16:creationId xmlns:a16="http://schemas.microsoft.com/office/drawing/2014/main" id="{D0421A09-A1BF-D204-1909-CFC5AC7604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026" y="718997"/>
            <a:ext cx="5600530" cy="3360318"/>
          </a:xfrm>
          <a:prstGeom prst="rect">
            <a:avLst/>
          </a:prstGeom>
        </p:spPr>
      </p:pic>
    </p:spTree>
    <p:extLst>
      <p:ext uri="{BB962C8B-B14F-4D97-AF65-F5344CB8AC3E}">
        <p14:creationId xmlns:p14="http://schemas.microsoft.com/office/powerpoint/2010/main" val="2006285680"/>
      </p:ext>
    </p:extLst>
  </p:cSld>
  <p:clrMapOvr>
    <a:masterClrMapping/>
  </p:clrMapOvr>
  <mc:AlternateContent xmlns:mc="http://schemas.openxmlformats.org/markup-compatibility/2006" xmlns:p14="http://schemas.microsoft.com/office/powerpoint/2010/main">
    <mc:Choice Requires="p14">
      <p:transition spd="slow" p14:dur="2000" advTm="3106"/>
    </mc:Choice>
    <mc:Fallback xmlns="">
      <p:transition spd="slow" advTm="310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3C18F-B831-418B-6747-E664BA5C51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E85FDB-5130-87AD-59F9-3F75A8626000}"/>
              </a:ext>
            </a:extLst>
          </p:cNvPr>
          <p:cNvSpPr>
            <a:spLocks noGrp="1"/>
          </p:cNvSpPr>
          <p:nvPr>
            <p:ph type="ctrTitle"/>
          </p:nvPr>
        </p:nvSpPr>
        <p:spPr>
          <a:xfrm>
            <a:off x="634028" y="1748474"/>
            <a:ext cx="7538425" cy="4474526"/>
          </a:xfrm>
        </p:spPr>
        <p:txBody>
          <a:bodyPr/>
          <a:lstStyle/>
          <a:p>
            <a:r>
              <a:rPr lang="en-US" dirty="0"/>
              <a:t>Results</a:t>
            </a:r>
          </a:p>
        </p:txBody>
      </p:sp>
      <p:sp>
        <p:nvSpPr>
          <p:cNvPr id="13" name="TextBox 12">
            <a:extLst>
              <a:ext uri="{FF2B5EF4-FFF2-40B4-BE49-F238E27FC236}">
                <a16:creationId xmlns:a16="http://schemas.microsoft.com/office/drawing/2014/main" id="{56FCED5E-EFD2-7C85-16D9-3FC5004E851C}"/>
              </a:ext>
            </a:extLst>
          </p:cNvPr>
          <p:cNvSpPr txBox="1"/>
          <p:nvPr/>
        </p:nvSpPr>
        <p:spPr>
          <a:xfrm>
            <a:off x="6491542" y="5510133"/>
            <a:ext cx="4253580" cy="369332"/>
          </a:xfrm>
          <a:prstGeom prst="rect">
            <a:avLst/>
          </a:prstGeom>
          <a:noFill/>
        </p:spPr>
        <p:txBody>
          <a:bodyPr wrap="square" rtlCol="0">
            <a:spAutoFit/>
          </a:bodyPr>
          <a:lstStyle/>
          <a:p>
            <a:pPr algn="r"/>
            <a:r>
              <a:rPr lang="en-US" dirty="0">
                <a:solidFill>
                  <a:schemeClr val="bg1">
                    <a:lumMod val="50000"/>
                    <a:lumOff val="50000"/>
                  </a:schemeClr>
                </a:solidFill>
              </a:rPr>
              <a:t>the goal is to never have any more of these</a:t>
            </a:r>
          </a:p>
        </p:txBody>
      </p:sp>
      <p:pic>
        <p:nvPicPr>
          <p:cNvPr id="15" name="Picture 14">
            <a:extLst>
              <a:ext uri="{FF2B5EF4-FFF2-40B4-BE49-F238E27FC236}">
                <a16:creationId xmlns:a16="http://schemas.microsoft.com/office/drawing/2014/main" id="{0256F39C-9C87-4D85-3E67-5AFCDEA17092}"/>
              </a:ext>
            </a:extLst>
          </p:cNvPr>
          <p:cNvPicPr>
            <a:picLocks noChangeAspect="1"/>
          </p:cNvPicPr>
          <p:nvPr/>
        </p:nvPicPr>
        <p:blipFill>
          <a:blip r:embed="rId2">
            <a:extLst>
              <a:ext uri="{28A0092B-C50C-407E-A947-70E740481C1C}">
                <a14:useLocalDpi xmlns:a14="http://schemas.microsoft.com/office/drawing/2010/main" val="0"/>
              </a:ext>
            </a:extLst>
          </a:blip>
          <a:srcRect t="12520" b="24662"/>
          <a:stretch>
            <a:fillRect/>
          </a:stretch>
        </p:blipFill>
        <p:spPr>
          <a:xfrm>
            <a:off x="5599784" y="502570"/>
            <a:ext cx="5145338" cy="4308039"/>
          </a:xfrm>
          <a:prstGeom prst="rect">
            <a:avLst/>
          </a:prstGeom>
        </p:spPr>
      </p:pic>
    </p:spTree>
    <p:extLst>
      <p:ext uri="{BB962C8B-B14F-4D97-AF65-F5344CB8AC3E}">
        <p14:creationId xmlns:p14="http://schemas.microsoft.com/office/powerpoint/2010/main" val="1586133526"/>
      </p:ext>
    </p:extLst>
  </p:cSld>
  <p:clrMapOvr>
    <a:masterClrMapping/>
  </p:clrMapOvr>
  <mc:AlternateContent xmlns:mc="http://schemas.openxmlformats.org/markup-compatibility/2006" xmlns:p14="http://schemas.microsoft.com/office/powerpoint/2010/main">
    <mc:Choice Requires="p14">
      <p:transition spd="slow" p14:dur="2000" advTm="811"/>
    </mc:Choice>
    <mc:Fallback xmlns="">
      <p:transition spd="slow" advTm="81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33524-954F-2669-B624-0F60F77A6D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509B9F-E6F6-48F2-762B-44DD54F66F40}"/>
              </a:ext>
            </a:extLst>
          </p:cNvPr>
          <p:cNvSpPr>
            <a:spLocks noGrp="1"/>
          </p:cNvSpPr>
          <p:nvPr>
            <p:ph type="title"/>
          </p:nvPr>
        </p:nvSpPr>
        <p:spPr/>
        <p:txBody>
          <a:bodyPr/>
          <a:lstStyle/>
          <a:p>
            <a:r>
              <a:rPr lang="en-US" dirty="0"/>
              <a:t>Results</a:t>
            </a:r>
          </a:p>
        </p:txBody>
      </p:sp>
      <p:sp>
        <p:nvSpPr>
          <p:cNvPr id="4" name="Content Placeholder 3">
            <a:extLst>
              <a:ext uri="{FF2B5EF4-FFF2-40B4-BE49-F238E27FC236}">
                <a16:creationId xmlns:a16="http://schemas.microsoft.com/office/drawing/2014/main" id="{51DF1CFC-C402-E3D1-14DE-9D0419320975}"/>
              </a:ext>
            </a:extLst>
          </p:cNvPr>
          <p:cNvSpPr>
            <a:spLocks noGrp="1"/>
          </p:cNvSpPr>
          <p:nvPr>
            <p:ph sz="quarter" idx="14"/>
          </p:nvPr>
        </p:nvSpPr>
        <p:spPr>
          <a:xfrm>
            <a:off x="6843093" y="630935"/>
            <a:ext cx="4328485" cy="5592064"/>
          </a:xfrm>
        </p:spPr>
        <p:txBody>
          <a:bodyPr anchor="t" anchorCtr="0">
            <a:normAutofit lnSpcReduction="10000"/>
          </a:bodyPr>
          <a:lstStyle/>
          <a:p>
            <a:pPr marL="0" indent="0">
              <a:spcBef>
                <a:spcPts val="1200"/>
              </a:spcBef>
              <a:spcAft>
                <a:spcPts val="1200"/>
              </a:spcAft>
              <a:buNone/>
            </a:pPr>
            <a:r>
              <a:rPr lang="en-US" b="1" dirty="0">
                <a:latin typeface="+mj-lt"/>
              </a:rPr>
              <a:t>Optimizer Exploitations</a:t>
            </a:r>
            <a:br>
              <a:rPr lang="en-US" dirty="0"/>
            </a:br>
            <a:r>
              <a:rPr lang="en-US" dirty="0"/>
              <a:t>Walkways inside buildings cost nothing to build, so our results tended to favor ‘building hopping’ when targeting low-budget layouts.</a:t>
            </a:r>
          </a:p>
          <a:p>
            <a:pPr marL="0" indent="0">
              <a:spcBef>
                <a:spcPts val="1200"/>
              </a:spcBef>
              <a:spcAft>
                <a:spcPts val="1200"/>
              </a:spcAft>
              <a:buNone/>
            </a:pPr>
            <a:r>
              <a:rPr lang="en-US" b="1" dirty="0">
                <a:latin typeface="+mj-lt"/>
              </a:rPr>
              <a:t>Optimizer Limitations</a:t>
            </a:r>
            <a:br>
              <a:rPr lang="en-US" dirty="0"/>
            </a:br>
            <a:r>
              <a:rPr lang="en-US" dirty="0"/>
              <a:t>Destinations beyond this small map were not included, and traffic flow between each destination pair was considered equal.</a:t>
            </a:r>
          </a:p>
          <a:p>
            <a:pPr marL="0" indent="0">
              <a:spcBef>
                <a:spcPts val="1200"/>
              </a:spcBef>
              <a:spcAft>
                <a:spcPts val="1200"/>
              </a:spcAft>
              <a:buNone/>
            </a:pPr>
            <a:r>
              <a:rPr lang="en-US" dirty="0"/>
              <a:t>Annealing also struggled to make large enough steps required to properly explore the space and make improvements. It is difficult to blindly make a better network with sequential neighbors.</a:t>
            </a:r>
            <a:br>
              <a:rPr lang="en-US" dirty="0"/>
            </a:br>
            <a:br>
              <a:rPr lang="en-US" dirty="0"/>
            </a:br>
            <a:r>
              <a:rPr lang="en-US" b="1" dirty="0">
                <a:latin typeface="+mj-lt"/>
              </a:rPr>
              <a:t>Optimistic Outcome</a:t>
            </a:r>
            <a:br>
              <a:rPr lang="en-US" dirty="0">
                <a:solidFill>
                  <a:srgbClr val="FFFFFF"/>
                </a:solidFill>
                <a:cs typeface="Segoe UI"/>
              </a:rPr>
            </a:br>
            <a:r>
              <a:rPr lang="en-US" dirty="0">
                <a:solidFill>
                  <a:srgbClr val="FFFFFF"/>
                </a:solidFill>
                <a:cs typeface="Segoe UI"/>
              </a:rPr>
              <a:t>Despite the map’s low fidelity, our optimization for low-budget used 5.5x less pavement while only increasing travel time by 1.18x.</a:t>
            </a:r>
            <a:endParaRPr lang="en-US" dirty="0"/>
          </a:p>
        </p:txBody>
      </p:sp>
      <p:pic>
        <p:nvPicPr>
          <p:cNvPr id="3" name="Picture 2">
            <a:extLst>
              <a:ext uri="{FF2B5EF4-FFF2-40B4-BE49-F238E27FC236}">
                <a16:creationId xmlns:a16="http://schemas.microsoft.com/office/drawing/2014/main" id="{D3B87F70-583E-B828-62D2-6EE847A56074}"/>
              </a:ext>
            </a:extLst>
          </p:cNvPr>
          <p:cNvPicPr>
            <a:picLocks noChangeAspect="1"/>
          </p:cNvPicPr>
          <p:nvPr/>
        </p:nvPicPr>
        <p:blipFill>
          <a:blip r:embed="rId2">
            <a:extLst>
              <a:ext uri="{28A0092B-C50C-407E-A947-70E740481C1C}">
                <a14:useLocalDpi xmlns:a14="http://schemas.microsoft.com/office/drawing/2010/main" val="0"/>
              </a:ext>
            </a:extLst>
          </a:blip>
          <a:srcRect l="16725" t="2468" r="14036" b="14850"/>
          <a:stretch>
            <a:fillRect/>
          </a:stretch>
        </p:blipFill>
        <p:spPr>
          <a:xfrm>
            <a:off x="1020422" y="389793"/>
            <a:ext cx="5260924" cy="4711750"/>
          </a:xfrm>
          <a:prstGeom prst="rect">
            <a:avLst/>
          </a:prstGeom>
        </p:spPr>
      </p:pic>
    </p:spTree>
    <p:extLst>
      <p:ext uri="{BB962C8B-B14F-4D97-AF65-F5344CB8AC3E}">
        <p14:creationId xmlns:p14="http://schemas.microsoft.com/office/powerpoint/2010/main" val="3563305726"/>
      </p:ext>
    </p:extLst>
  </p:cSld>
  <p:clrMapOvr>
    <a:masterClrMapping/>
  </p:clrMapOvr>
  <mc:AlternateContent xmlns:mc="http://schemas.openxmlformats.org/markup-compatibility/2006" xmlns:p14="http://schemas.microsoft.com/office/powerpoint/2010/main">
    <mc:Choice Requires="p14">
      <p:transition spd="slow" p14:dur="2000" advTm="2261"/>
    </mc:Choice>
    <mc:Fallback xmlns="">
      <p:transition spd="slow" advTm="2261"/>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7B1F6-8F2A-1FA3-A7F2-7F74B4E780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3EDCC9-1404-3521-A68B-5FCC532A8854}"/>
              </a:ext>
            </a:extLst>
          </p:cNvPr>
          <p:cNvSpPr>
            <a:spLocks noGrp="1"/>
          </p:cNvSpPr>
          <p:nvPr>
            <p:ph type="title"/>
          </p:nvPr>
        </p:nvSpPr>
        <p:spPr/>
        <p:txBody>
          <a:bodyPr/>
          <a:lstStyle/>
          <a:p>
            <a:r>
              <a:rPr lang="en-US" dirty="0"/>
              <a:t>results</a:t>
            </a:r>
          </a:p>
        </p:txBody>
      </p:sp>
      <p:sp>
        <p:nvSpPr>
          <p:cNvPr id="4" name="Content Placeholder 3">
            <a:extLst>
              <a:ext uri="{FF2B5EF4-FFF2-40B4-BE49-F238E27FC236}">
                <a16:creationId xmlns:a16="http://schemas.microsoft.com/office/drawing/2014/main" id="{A17691DC-799B-B464-FA52-DBBE76AD7577}"/>
              </a:ext>
            </a:extLst>
          </p:cNvPr>
          <p:cNvSpPr>
            <a:spLocks noGrp="1"/>
          </p:cNvSpPr>
          <p:nvPr>
            <p:ph sz="quarter" idx="14"/>
          </p:nvPr>
        </p:nvSpPr>
        <p:spPr>
          <a:xfrm>
            <a:off x="6843093" y="632968"/>
            <a:ext cx="4328485" cy="5592064"/>
          </a:xfrm>
        </p:spPr>
        <p:txBody>
          <a:bodyPr anchor="t" anchorCtr="0">
            <a:normAutofit/>
          </a:bodyPr>
          <a:lstStyle/>
          <a:p>
            <a:pPr marL="0" indent="0">
              <a:spcBef>
                <a:spcPts val="1200"/>
              </a:spcBef>
              <a:spcAft>
                <a:spcPts val="1200"/>
              </a:spcAft>
              <a:buNone/>
            </a:pPr>
            <a:r>
              <a:rPr lang="en-US" b="1" dirty="0">
                <a:latin typeface="+mj-lt"/>
              </a:rPr>
              <a:t>Takeaways</a:t>
            </a:r>
            <a:br>
              <a:rPr lang="en-US" dirty="0"/>
            </a:br>
            <a:r>
              <a:rPr lang="en-US" dirty="0"/>
              <a:t>Though the simulation of campus walkways lacked the full fidelity to be useful in real application, setting up and exploring the problem in optimization yielded excellent experience for future work in the field.</a:t>
            </a:r>
          </a:p>
          <a:p>
            <a:pPr marL="0" indent="0">
              <a:spcBef>
                <a:spcPts val="1200"/>
              </a:spcBef>
              <a:spcAft>
                <a:spcPts val="1200"/>
              </a:spcAft>
              <a:buNone/>
            </a:pPr>
            <a:r>
              <a:rPr lang="en-US" dirty="0"/>
              <a:t>Building the entire changeable map and network of points and paths was a more time-consuming endeavor than anticipated.</a:t>
            </a:r>
          </a:p>
          <a:p>
            <a:pPr marL="0" indent="0">
              <a:spcBef>
                <a:spcPts val="1200"/>
              </a:spcBef>
              <a:spcAft>
                <a:spcPts val="1200"/>
              </a:spcAft>
              <a:buNone/>
            </a:pPr>
            <a:r>
              <a:rPr lang="en-US" b="1" dirty="0"/>
              <a:t>Performance</a:t>
            </a:r>
            <a:br>
              <a:rPr lang="en-US" dirty="0">
                <a:solidFill>
                  <a:srgbClr val="FFFFFF"/>
                </a:solidFill>
                <a:cs typeface="Segoe UI"/>
              </a:rPr>
            </a:br>
            <a:r>
              <a:rPr lang="en-US" dirty="0">
                <a:solidFill>
                  <a:srgbClr val="FFFFFF"/>
                </a:solidFill>
                <a:cs typeface="Segoe UI"/>
              </a:rPr>
              <a:t>The algorithm ran remarkably fast (about 3 seconds for 500 iterations), thanks to excellent data structures and code formatting.</a:t>
            </a:r>
            <a:endParaRPr lang="en-US" dirty="0"/>
          </a:p>
        </p:txBody>
      </p:sp>
      <p:pic>
        <p:nvPicPr>
          <p:cNvPr id="7" name="Picture 6">
            <a:extLst>
              <a:ext uri="{FF2B5EF4-FFF2-40B4-BE49-F238E27FC236}">
                <a16:creationId xmlns:a16="http://schemas.microsoft.com/office/drawing/2014/main" id="{CE28A3CD-C414-214C-E367-5458F4605AAC}"/>
              </a:ext>
            </a:extLst>
          </p:cNvPr>
          <p:cNvPicPr>
            <a:picLocks noChangeAspect="1"/>
          </p:cNvPicPr>
          <p:nvPr/>
        </p:nvPicPr>
        <p:blipFill>
          <a:blip r:embed="rId2">
            <a:extLst>
              <a:ext uri="{28A0092B-C50C-407E-A947-70E740481C1C}">
                <a14:useLocalDpi xmlns:a14="http://schemas.microsoft.com/office/drawing/2010/main" val="0"/>
              </a:ext>
            </a:extLst>
          </a:blip>
          <a:srcRect l="16725" t="2468" r="14036" b="14850"/>
          <a:stretch>
            <a:fillRect/>
          </a:stretch>
        </p:blipFill>
        <p:spPr>
          <a:xfrm>
            <a:off x="1020422" y="389793"/>
            <a:ext cx="5260924" cy="4711750"/>
          </a:xfrm>
          <a:prstGeom prst="rect">
            <a:avLst/>
          </a:prstGeom>
        </p:spPr>
      </p:pic>
    </p:spTree>
    <p:extLst>
      <p:ext uri="{BB962C8B-B14F-4D97-AF65-F5344CB8AC3E}">
        <p14:creationId xmlns:p14="http://schemas.microsoft.com/office/powerpoint/2010/main" val="2331577274"/>
      </p:ext>
    </p:extLst>
  </p:cSld>
  <p:clrMapOvr>
    <a:masterClrMapping/>
  </p:clrMapOvr>
  <mc:AlternateContent xmlns:mc="http://schemas.openxmlformats.org/markup-compatibility/2006" xmlns:p14="http://schemas.microsoft.com/office/powerpoint/2010/main">
    <mc:Choice Requires="p14">
      <p:transition spd="slow" p14:dur="2000" advTm="3495"/>
    </mc:Choice>
    <mc:Fallback xmlns="">
      <p:transition spd="slow" advTm="3495"/>
    </mc:Fallback>
  </mc:AlternateContent>
</p:sld>
</file>

<file path=ppt/theme/theme1.xml><?xml version="1.0" encoding="utf-8"?>
<a:theme xmlns:a="http://schemas.openxmlformats.org/drawingml/2006/main" name="BoldUnderlinesKeynote">
  <a:themeElements>
    <a:clrScheme name="NB - Keynote">
      <a:dk1>
        <a:srgbClr val="000000"/>
      </a:dk1>
      <a:lt1>
        <a:srgbClr val="FFFFFF"/>
      </a:lt1>
      <a:dk2>
        <a:srgbClr val="2C3932"/>
      </a:dk2>
      <a:lt2>
        <a:srgbClr val="FDF6EA"/>
      </a:lt2>
      <a:accent1>
        <a:srgbClr val="003A41"/>
      </a:accent1>
      <a:accent2>
        <a:srgbClr val="ECEBE3"/>
      </a:accent2>
      <a:accent3>
        <a:srgbClr val="400023"/>
      </a:accent3>
      <a:accent4>
        <a:srgbClr val="68989E"/>
      </a:accent4>
      <a:accent5>
        <a:srgbClr val="BFB360"/>
      </a:accent5>
      <a:accent6>
        <a:srgbClr val="BF6093"/>
      </a:accent6>
      <a:hlink>
        <a:srgbClr val="169C9A"/>
      </a:hlink>
      <a:folHlink>
        <a:srgbClr val="E15C3D"/>
      </a:folHlink>
    </a:clrScheme>
    <a:fontScheme name="Custom 9">
      <a:majorFont>
        <a:latin typeface="Aptos"/>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old underlines keynote presentation _win32_DN_v2" id="{E18D5B16-117C-46FD-8B97-39D77F728B32}" vid="{93298573-99F9-4CB3-90C8-DB41313B575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83A9C388-2C06-4AF2-857C-74055069A2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76F8FCD-0A1F-4F6A-8F55-15E9E87E2E4C}">
  <ds:schemaRefs>
    <ds:schemaRef ds:uri="http://schemas.microsoft.com/sharepoint/v3/contenttype/forms"/>
  </ds:schemaRefs>
</ds:datastoreItem>
</file>

<file path=customXml/itemProps3.xml><?xml version="1.0" encoding="utf-8"?>
<ds:datastoreItem xmlns:ds="http://schemas.openxmlformats.org/officeDocument/2006/customXml" ds:itemID="{EF782DA7-86C0-4A84-A860-11A1E6E3FB6B}">
  <ds:schemaRefs>
    <ds:schemaRef ds:uri="http://www.w3.org/XML/1998/namespace"/>
    <ds:schemaRef ds:uri="http://purl.org/dc/terms/"/>
    <ds:schemaRef ds:uri="http://schemas.openxmlformats.org/package/2006/metadata/core-properties"/>
    <ds:schemaRef ds:uri="http://purl.org/dc/elements/1.1/"/>
    <ds:schemaRef ds:uri="http://purl.org/dc/dcmitype/"/>
    <ds:schemaRef ds:uri="http://schemas.microsoft.com/sharepoint/v3"/>
    <ds:schemaRef ds:uri="http://schemas.microsoft.com/office/2006/documentManagement/types"/>
    <ds:schemaRef ds:uri="http://schemas.microsoft.com/office/infopath/2007/PartnerControls"/>
    <ds:schemaRef ds:uri="230e9df3-be65-4c73-a93b-d1236ebd677e"/>
    <ds:schemaRef ds:uri="16c05727-aa75-4e4a-9b5f-8a80a1165891"/>
    <ds:schemaRef ds:uri="71af3243-3dd4-4a8d-8c0d-dd76da1f02a5"/>
    <ds:schemaRef ds:uri="http://schemas.microsoft.com/office/2006/metadata/propertie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{5C8755BD-4454-4F75-AAAC-CC572AEBC74B}e68b7f07-47f1-4c94-a1ca-e7d736a42cf8-TF86f18fb6-1448-4a46-9973-da86b5b4a1df94418399_win32</Template>
  <TotalTime>548</TotalTime>
  <Words>674</Words>
  <Application>Microsoft Office PowerPoint</Application>
  <PresentationFormat>Widescreen</PresentationFormat>
  <Paragraphs>47</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Light</vt:lpstr>
      <vt:lpstr>Arial</vt:lpstr>
      <vt:lpstr>Segoe UI</vt:lpstr>
      <vt:lpstr>BoldUnderlinesKeynote</vt:lpstr>
      <vt:lpstr>Campus Sidewalk Optimization</vt:lpstr>
      <vt:lpstr>The Problem</vt:lpstr>
      <vt:lpstr>Southern Campus</vt:lpstr>
      <vt:lpstr>Modeling and Definitions</vt:lpstr>
      <vt:lpstr>Modeling and Definitions</vt:lpstr>
      <vt:lpstr>optimization</vt:lpstr>
      <vt:lpstr>Simulated Annealing</vt:lpstr>
      <vt:lpstr>Simulated Annealing</vt:lpstr>
      <vt:lpstr>Results</vt:lpstr>
      <vt:lpstr>Results</vt:lpstr>
      <vt:lpstr>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Davis Wing</dc:creator>
  <cp:lastModifiedBy>Alex Wiliams</cp:lastModifiedBy>
  <cp:revision>8</cp:revision>
  <dcterms:created xsi:type="dcterms:W3CDTF">2026-04-13T15:41:25Z</dcterms:created>
  <dcterms:modified xsi:type="dcterms:W3CDTF">2026-04-14T02:40:35Z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